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handoutMasterIdLst>
    <p:handoutMasterId r:id="rId19"/>
  </p:handoutMasterIdLst>
  <p:sldIdLst>
    <p:sldId id="256" r:id="rId2"/>
    <p:sldId id="294" r:id="rId3"/>
    <p:sldId id="310" r:id="rId4"/>
    <p:sldId id="311" r:id="rId5"/>
    <p:sldId id="323" r:id="rId6"/>
    <p:sldId id="324" r:id="rId7"/>
    <p:sldId id="329" r:id="rId8"/>
    <p:sldId id="327" r:id="rId9"/>
    <p:sldId id="334" r:id="rId10"/>
    <p:sldId id="335" r:id="rId11"/>
    <p:sldId id="336" r:id="rId12"/>
    <p:sldId id="325" r:id="rId13"/>
    <p:sldId id="332" r:id="rId14"/>
    <p:sldId id="337" r:id="rId15"/>
    <p:sldId id="333" r:id="rId16"/>
    <p:sldId id="274" r:id="rId17"/>
  </p:sldIdLst>
  <p:sldSz cx="12192000" cy="6858000"/>
  <p:notesSz cx="7104063" cy="10234613"/>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56"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E5FF"/>
    <a:srgbClr val="69F0AE"/>
    <a:srgbClr val="FFE3B1"/>
    <a:srgbClr val="B388FF"/>
    <a:srgbClr val="061323"/>
    <a:srgbClr val="00E5FA"/>
    <a:srgbClr val="1E1E1E"/>
    <a:srgbClr val="5A5A5A"/>
    <a:srgbClr val="121212"/>
    <a:srgbClr val="B2B2B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43" autoAdjust="0"/>
    <p:restoredTop sz="75338" autoAdjust="0"/>
  </p:normalViewPr>
  <p:slideViewPr>
    <p:cSldViewPr snapToGrid="0" showGuides="1">
      <p:cViewPr varScale="1">
        <p:scale>
          <a:sx n="119" d="100"/>
          <a:sy n="119" d="100"/>
        </p:scale>
        <p:origin x="4140" y="-606"/>
      </p:cViewPr>
      <p:guideLst>
        <p:guide orient="horz" pos="2256"/>
        <p:guide pos="3840"/>
      </p:guideLst>
    </p:cSldViewPr>
  </p:slideViewPr>
  <p:notesTextViewPr>
    <p:cViewPr>
      <p:scale>
        <a:sx n="3" d="2"/>
        <a:sy n="3" d="2"/>
      </p:scale>
      <p:origin x="0" y="0"/>
    </p:cViewPr>
  </p:notesTextViewPr>
  <p:gridSpacing cx="72000" cy="720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zh-CN" altLang="en-US"/>
          </a:p>
        </p:txBody>
      </p:sp>
      <p:sp>
        <p:nvSpPr>
          <p:cNvPr id="3" name="日期占位符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zh-CN" altLang="en-US" smtClean="0"/>
              <a:t>2026/9/17</a:t>
            </a:fld>
            <a:endParaRPr lang="zh-CN" altLang="en-US"/>
          </a:p>
        </p:txBody>
      </p:sp>
      <p:sp>
        <p:nvSpPr>
          <p:cNvPr id="4" name="页脚占位符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zh-CN" altLang="en-US"/>
          </a:p>
        </p:txBody>
      </p:sp>
      <p:sp>
        <p:nvSpPr>
          <p:cNvPr id="5" name="灯片编号占位符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D6C8D182-E4C8-4120-9249-FC9774456FFA}" type="datetimeFigureOut">
              <a:rPr lang="zh-CN" altLang="en-US" smtClean="0"/>
              <a:t>2026/9/17</a:t>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5D0DACE-38E0-42D2-9336-2B707D34BC6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171450" indent="-171450">
              <a:buFont typeface="Arial" panose="02080604020202020204" pitchFamily="34" charset="0"/>
              <a:buChar char="•"/>
            </a:pPr>
            <a:r>
              <a:rPr lang="zh-CN" altLang="en-US"/>
              <a:t>首先，我们先来了解一下大模型都有什么样的能力差异</a:t>
            </a:r>
          </a:p>
          <a:p>
            <a:pPr marL="171450" indent="-171450">
              <a:buFont typeface="Arial" panose="02080604020202020204" pitchFamily="34" charset="0"/>
              <a:buChar char="•"/>
            </a:pPr>
            <a:r>
              <a:rPr lang="zh-CN" altLang="en-US"/>
              <a:t>使用模型前，要先了解它的使用说明</a:t>
            </a:r>
            <a:endParaRPr lang="en-US" altLang="zh-CN"/>
          </a:p>
          <a:p>
            <a:pPr marL="171450" indent="-171450">
              <a:buFont typeface="Arial" panose="02080604020202020204" pitchFamily="34" charset="0"/>
              <a:buChar char="•"/>
            </a:pPr>
            <a:r>
              <a:rPr lang="zh-CN" altLang="en-US"/>
              <a:t>虽然现在的大模型大都使用了一种叫做“混合专家”的设计模式，使得整体的能力都比较均衡，但是实际使用之后就会发现，不同厂商的模型输出风格还是会不一样的</a:t>
            </a:r>
          </a:p>
          <a:p>
            <a:pPr marL="628650" lvl="1" indent="-171450">
              <a:buFont typeface="Arial" panose="02080604020202020204" pitchFamily="34" charset="0"/>
              <a:buChar char="•"/>
            </a:pPr>
            <a:r>
              <a:rPr lang="en-US" altLang="zh-CN"/>
              <a:t>DeepSeek </a:t>
            </a:r>
            <a:r>
              <a:rPr lang="zh-CN" altLang="en-US"/>
              <a:t>会进行很长的思考，但回答比较简略，“内心戏丰富但沉默寡言的闷骚型模型”</a:t>
            </a:r>
          </a:p>
          <a:p>
            <a:pPr marL="628650" lvl="1" indent="-171450">
              <a:buFont typeface="Arial" panose="02080604020202020204" pitchFamily="34" charset="0"/>
              <a:buChar char="•"/>
            </a:pPr>
            <a:r>
              <a:rPr lang="en-US" altLang="zh-CN"/>
              <a:t>GPT </a:t>
            </a:r>
            <a:r>
              <a:rPr lang="zh-CN" altLang="en-US"/>
              <a:t>思考很快，但是回答会很长，会分很多小节、列很多列表，“直言快语的唠叨型模型”</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indent="0">
              <a:buFont typeface="Arial" panose="02080604020202020204" pitchFamily="34" charset="0"/>
              <a:buNone/>
            </a:pPr>
            <a:r>
              <a:rPr lang="zh-CN" altLang="en-US"/>
              <a:t>模型能力差异的最主要来源就是模型的训练过程。就好比一个人的能力与其他人的差异很大程度上来源于他受过的教育一样。</a:t>
            </a:r>
          </a:p>
          <a:p>
            <a:pPr indent="0">
              <a:buFont typeface="Arial" panose="02080604020202020204" pitchFamily="34" charset="0"/>
              <a:buNone/>
            </a:pPr>
            <a:endParaRPr lang="en-US" altLang="zh-CN"/>
          </a:p>
          <a:p>
            <a:pPr indent="0">
              <a:buFont typeface="Arial" panose="02080604020202020204" pitchFamily="34" charset="0"/>
              <a:buNone/>
            </a:pPr>
            <a:r>
              <a:rPr lang="zh-CN" altLang="en-US"/>
              <a:t>我们首先来看一下人是如何被教育改变的</a:t>
            </a:r>
            <a:r>
              <a:rPr lang="en-US" altLang="zh-CN"/>
              <a:t>……</a:t>
            </a:r>
            <a:endParaRPr lang="zh-CN" altLang="en-US"/>
          </a:p>
          <a:p>
            <a:pPr indent="0">
              <a:buFont typeface="Arial" panose="02080604020202020204" pitchFamily="34" charset="0"/>
              <a:buNone/>
            </a:pPr>
            <a:endParaRPr lang="zh-CN" altLang="en-US"/>
          </a:p>
          <a:p>
            <a:pPr indent="0">
              <a:buFont typeface="Arial" panose="02080604020202020204" pitchFamily="34" charset="0"/>
              <a:buNone/>
            </a:pPr>
            <a:r>
              <a:rPr lang="zh-CN" altLang="en-US"/>
              <a:t>模型的训练过程和人学习的过程几乎是一样的</a:t>
            </a:r>
            <a:r>
              <a:rPr lang="en-US" altLang="zh-CN"/>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171450" indent="-171450">
              <a:buFont typeface="Arial" panose="02080604020202020204" pitchFamily="34" charset="0"/>
              <a:buChar char="•"/>
            </a:pPr>
            <a:r>
              <a:rPr lang="zh-CN" altLang="en-US"/>
              <a:t>模型训练的本质：函数空间寻找最小值</a:t>
            </a:r>
          </a:p>
          <a:p>
            <a:pPr marL="628650" lvl="1" indent="-171450">
              <a:buFont typeface="Arial" panose="02080604020202020204" pitchFamily="34" charset="0"/>
              <a:buChar char="•"/>
            </a:pPr>
            <a:r>
              <a:rPr lang="zh-CN" altLang="en-US"/>
              <a:t>类比下山坡，空间形状是由训练数据勾勒出来的</a:t>
            </a:r>
          </a:p>
          <a:p>
            <a:pPr marL="628650" lvl="1" indent="-171450">
              <a:buFont typeface="Arial" panose="02080604020202020204" pitchFamily="34" charset="0"/>
              <a:buChar char="•"/>
            </a:pPr>
            <a:r>
              <a:rPr lang="zh-CN" altLang="en-US"/>
              <a:t>从一个出发点走到一个坑底，就完成了一次训练</a:t>
            </a:r>
          </a:p>
          <a:p>
            <a:pPr indent="0">
              <a:buFont typeface="Arial" panose="02080604020202020204" pitchFamily="34" charset="0"/>
              <a:buNone/>
            </a:pPr>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lvl="0"/>
            <a:r>
              <a:rPr lang="zh-CN" altLang="en-US">
                <a:sym typeface="+mn-ea"/>
              </a:rPr>
              <a:t>三个训练阶段（类比于一个学生）：</a:t>
            </a:r>
            <a:endParaRPr lang="zh-CN" altLang="en-US"/>
          </a:p>
          <a:p>
            <a:pPr marL="171450" lvl="0" indent="-171450">
              <a:buFont typeface="Arial" panose="02080604020202020204" pitchFamily="34" charset="0"/>
              <a:buChar char="•"/>
            </a:pPr>
            <a:r>
              <a:rPr lang="zh-CN" altLang="en-US">
                <a:sym typeface="+mn-ea"/>
              </a:rPr>
              <a:t>预训练：学习基础知识</a:t>
            </a:r>
            <a:endParaRPr lang="zh-CN" altLang="en-US"/>
          </a:p>
          <a:p>
            <a:pPr marL="171450" lvl="0" indent="-171450">
              <a:buFont typeface="Arial" panose="02080604020202020204" pitchFamily="34" charset="0"/>
              <a:buChar char="•"/>
            </a:pPr>
            <a:r>
              <a:rPr lang="zh-CN" altLang="en-US">
                <a:sym typeface="+mn-ea"/>
              </a:rPr>
              <a:t>后训练：学习回答不同的题目</a:t>
            </a:r>
            <a:endParaRPr lang="zh-CN" altLang="en-US"/>
          </a:p>
          <a:p>
            <a:pPr marL="171450" lvl="0" indent="-171450">
              <a:buFont typeface="Arial" panose="02080604020202020204" pitchFamily="34" charset="0"/>
              <a:buChar char="•"/>
            </a:pPr>
            <a:r>
              <a:rPr lang="zh-CN" altLang="en-US">
                <a:sym typeface="+mn-ea"/>
              </a:rPr>
              <a:t>偏好优化/强化训练：学习奥赛场景下的解题技巧</a:t>
            </a:r>
          </a:p>
          <a:p>
            <a:pPr marL="171450" lvl="0" indent="-171450">
              <a:buFont typeface="Arial" panose="02080604020202020204" pitchFamily="34" charset="0"/>
              <a:buChar char="•"/>
            </a:pPr>
            <a:endParaRPr lang="zh-CN" altLang="en-US">
              <a:sym typeface="+mn-ea"/>
            </a:endParaRPr>
          </a:p>
          <a:p>
            <a:pPr marL="171450" lvl="0" indent="-171450">
              <a:buFont typeface="Arial" panose="02080604020202020204" pitchFamily="34" charset="0"/>
              <a:buChar char="•"/>
            </a:pPr>
            <a:r>
              <a:rPr lang="zh-CN" altLang="en-US">
                <a:sym typeface="+mn-ea"/>
              </a:rPr>
              <a:t>完成了这些训练，学校就向社会输送了一名优秀的人才</a:t>
            </a:r>
            <a:endParaRPr lang="zh-CN" altLang="en-US"/>
          </a:p>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模型是通过什么格式的数据进行训练的呢？</a:t>
            </a:r>
          </a:p>
          <a:p>
            <a:endParaRPr lang="zh-CN" altLang="en-US" dirty="0"/>
          </a:p>
          <a:p>
            <a:pPr marL="171450" indent="-171450">
              <a:buFont typeface="Arial" panose="02080604020202020204" pitchFamily="34" charset="0"/>
              <a:buChar char="•"/>
            </a:pPr>
            <a:r>
              <a:rPr lang="zh-CN" altLang="en-US" dirty="0"/>
              <a:t>预训练：普通文本（书籍、文章、代码）</a:t>
            </a:r>
          </a:p>
          <a:p>
            <a:pPr marL="171450" indent="-171450">
              <a:buFont typeface="Arial" panose="02080604020202020204" pitchFamily="34" charset="0"/>
              <a:buChar char="•"/>
            </a:pPr>
            <a:r>
              <a:rPr lang="zh-CN" altLang="en-US" dirty="0"/>
              <a:t>后训练</a:t>
            </a:r>
            <a:r>
              <a:rPr lang="en-US" altLang="zh-CN" dirty="0"/>
              <a:t>/</a:t>
            </a:r>
            <a:r>
              <a:rPr lang="zh-CN" altLang="en-US" dirty="0"/>
              <a:t>强化训练：会额外包含一些引导</a:t>
            </a:r>
            <a:r>
              <a:rPr lang="en-US" altLang="zh-CN" dirty="0"/>
              <a:t> token, </a:t>
            </a:r>
            <a:r>
              <a:rPr lang="zh-CN" altLang="en-US" dirty="0"/>
              <a:t>把文本划分为对应到不同身份的多个部分</a:t>
            </a:r>
          </a:p>
          <a:p>
            <a:pPr marL="628650" lvl="1" indent="-171450">
              <a:buFont typeface="Arial" panose="02080604020202020204" pitchFamily="34" charset="0"/>
              <a:buChar char="•"/>
            </a:pPr>
            <a:r>
              <a:rPr lang="zh-CN" altLang="en-US" dirty="0"/>
              <a:t>系统：固定的任务说明、角色定位</a:t>
            </a:r>
          </a:p>
          <a:p>
            <a:pPr marL="628650" lvl="1" indent="-171450">
              <a:buFont typeface="Arial" panose="02080604020202020204" pitchFamily="34" charset="0"/>
              <a:buChar char="•"/>
            </a:pPr>
            <a:r>
              <a:rPr lang="zh-CN" altLang="en-US" dirty="0"/>
              <a:t>用户：用户可能会说的内容</a:t>
            </a:r>
          </a:p>
          <a:p>
            <a:pPr marL="628650" lvl="1" indent="-171450">
              <a:buFont typeface="Arial" panose="02080604020202020204" pitchFamily="34" charset="0"/>
              <a:buChar char="•"/>
            </a:pPr>
            <a:r>
              <a:rPr lang="zh-CN" altLang="en-US" dirty="0"/>
              <a:t>助手：大模型的回复</a:t>
            </a:r>
          </a:p>
          <a:p>
            <a:pPr marL="171450" lvl="0" indent="-171450">
              <a:buFont typeface="Arial" panose="02080604020202020204" pitchFamily="34" charset="0"/>
              <a:buChar char="•"/>
            </a:pPr>
            <a:r>
              <a:rPr lang="zh-CN" altLang="en-US" dirty="0"/>
              <a:t>其他的角色：</a:t>
            </a:r>
          </a:p>
          <a:p>
            <a:pPr marL="628650" lvl="1" indent="-171450">
              <a:buFont typeface="Arial" panose="02080604020202020204" pitchFamily="34" charset="0"/>
              <a:buChar char="•"/>
            </a:pPr>
            <a:r>
              <a:rPr lang="zh-CN" altLang="en-US" dirty="0"/>
              <a:t>工具</a:t>
            </a:r>
          </a:p>
          <a:p>
            <a:pPr marL="628650" lvl="1" indent="-171450">
              <a:buFont typeface="Arial" panose="02080604020202020204" pitchFamily="34" charset="0"/>
              <a:buChar char="•"/>
            </a:pPr>
            <a:r>
              <a:rPr lang="zh-CN" altLang="en-US" dirty="0"/>
              <a:t>开发者</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为什么要让文本关联到多个不同的身份呢？</a:t>
            </a:r>
          </a:p>
          <a:p>
            <a:pPr marL="171450" lvl="1" indent="-171450">
              <a:buFont typeface="Arial" panose="02080604020202020204" pitchFamily="34" charset="0"/>
              <a:buChar char="•"/>
            </a:pPr>
            <a:r>
              <a:rPr lang="zh-CN" altLang="en-US">
                <a:sym typeface="+mn-ea"/>
              </a:rPr>
              <a:t>目的：通过不同身份让大模型理解文本的构成，知道后面应该如何续写</a:t>
            </a:r>
          </a:p>
          <a:p>
            <a:pPr marL="171450" lvl="1" indent="-171450">
              <a:buFont typeface="Arial" panose="02080604020202020204" pitchFamily="34" charset="0"/>
              <a:buChar char="•"/>
            </a:pPr>
            <a:r>
              <a:rPr lang="zh-CN" altLang="en-US"/>
              <a:t>我们结合推理过程来看一下</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indent="0">
              <a:buFont typeface="Arial" panose="02080604020202020204" pitchFamily="34" charset="0"/>
              <a:buNone/>
            </a:pPr>
            <a:r>
              <a:rPr lang="zh-CN" altLang="en-US"/>
              <a:t>模型决定能力上限</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t>Harness </a:t>
            </a:r>
            <a:r>
              <a:rPr lang="zh-CN" altLang="en-US"/>
              <a:t>决定实际效果</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最后，我再给大家介绍一种特殊的模型训练过程：微调</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微调想要达到的目的和检索增强生成有些相似，所以两者有时候会被混淆，这里我们来做一下区分</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171450" indent="-171450">
              <a:buFont typeface="Arial" panose="02080604020202020204" pitchFamily="34" charset="0"/>
              <a:buChar char="•"/>
            </a:pPr>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7" name="AutoShape 2"/>
          <p:cNvSpPr/>
          <p:nvPr userDrawn="1"/>
        </p:nvSpPr>
        <p:spPr>
          <a:xfrm>
            <a:off x="0" y="0"/>
            <a:ext cx="12192000" cy="6858000"/>
          </a:xfrm>
          <a:prstGeom prst="roundRect">
            <a:avLst>
              <a:gd name="adj" fmla="val 0"/>
            </a:avLst>
          </a:prstGeom>
          <a:pattFill prst="lgGrid">
            <a:fgClr>
              <a:srgbClr val="FFFFFF">
                <a:alpha val="5098"/>
              </a:srgbClr>
            </a:fgClr>
            <a:bgClr>
              <a:srgbClr val="121212">
                <a:alpha val="0"/>
              </a:srgbClr>
            </a:bgClr>
          </a:pattFill>
          <a:ln cap="flat" cmpd="sng">
            <a:solidFill>
              <a:srgbClr val="FFFFFF">
                <a:alpha val="0"/>
              </a:srgbClr>
            </a:solidFill>
            <a:prstDash val="solid"/>
            <a:round/>
          </a:ln>
        </p:spPr>
        <p:txBody>
          <a:bodyPr vert="horz" wrap="square" lIns="63500" tIns="63500" rIns="63500" bIns="63500" rtlCol="0" anchor="ctr"/>
          <a:lstStyle/>
          <a:p>
            <a:pPr algn="ctr">
              <a:defRPr/>
            </a:pPr>
            <a:endParaRPr/>
          </a:p>
        </p:txBody>
      </p:sp>
      <p:sp>
        <p:nvSpPr>
          <p:cNvPr id="12" name="AutoShape 5"/>
          <p:cNvSpPr/>
          <p:nvPr userDrawn="1"/>
        </p:nvSpPr>
        <p:spPr>
          <a:xfrm>
            <a:off x="2286000" y="1524000"/>
            <a:ext cx="7620000" cy="4064000"/>
          </a:xfrm>
          <a:prstGeom prst="ellipse">
            <a:avLst/>
          </a:prstGeom>
          <a:gradFill rotWithShape="1">
            <a:gsLst>
              <a:gs pos="0">
                <a:srgbClr val="FFFFFF">
                  <a:alpha val="9000"/>
                </a:srgbClr>
              </a:gs>
              <a:gs pos="35000">
                <a:srgbClr val="FFFFFF">
                  <a:alpha val="3000"/>
                </a:srgbClr>
              </a:gs>
              <a:gs pos="65000">
                <a:srgbClr val="121212">
                  <a:alpha val="0"/>
                </a:srgbClr>
              </a:gs>
            </a:gsLst>
            <a:path path="circle">
              <a:fillToRect l="50000" t="50000" r="50000" b="50000"/>
            </a:path>
            <a:tileRect/>
          </a:gradFill>
          <a:ln cap="flat" cmpd="sng">
            <a:gradFill rotWithShape="1">
              <a:gsLst>
                <a:gs pos="0">
                  <a:srgbClr val="E6CFCF">
                    <a:alpha val="9000"/>
                  </a:srgbClr>
                </a:gs>
                <a:gs pos="35000">
                  <a:srgbClr val="E6CFCF">
                    <a:alpha val="3000"/>
                  </a:srgbClr>
                </a:gs>
                <a:gs pos="65000">
                  <a:srgbClr val="000000">
                    <a:alpha val="0"/>
                  </a:srgbClr>
                </a:gs>
              </a:gsLst>
              <a:path path="circle">
                <a:fillToRect l="50000" t="50000" r="50000" b="50000"/>
              </a:path>
              <a:tileRect/>
            </a:gradFill>
            <a:prstDash val="solid"/>
            <a:round/>
          </a:ln>
        </p:spPr>
        <p:txBody>
          <a:bodyPr vert="horz" wrap="square" lIns="63500" tIns="63500" rIns="63500" bIns="63500" rtlCol="0" anchor="ctr"/>
          <a:lstStyle/>
          <a:p>
            <a:pPr algn="ctr">
              <a:defRPr/>
            </a:pPr>
            <a:endParaRPr/>
          </a:p>
        </p:txBody>
      </p:sp>
      <p:sp>
        <p:nvSpPr>
          <p:cNvPr id="10" name="AutoShape 3"/>
          <p:cNvSpPr/>
          <p:nvPr userDrawn="1"/>
        </p:nvSpPr>
        <p:spPr>
          <a:xfrm>
            <a:off x="-2032000" y="-2032000"/>
            <a:ext cx="5588000" cy="5588000"/>
          </a:xfrm>
          <a:prstGeom prst="ellipse">
            <a:avLst/>
          </a:prstGeom>
          <a:gradFill rotWithShape="1">
            <a:gsLst>
              <a:gs pos="0">
                <a:srgbClr val="00E5FF">
                  <a:alpha val="20000"/>
                </a:srgbClr>
              </a:gs>
              <a:gs pos="30000">
                <a:srgbClr val="00E5FF">
                  <a:alpha val="8000"/>
                </a:srgbClr>
              </a:gs>
              <a:gs pos="65000">
                <a:srgbClr val="121212">
                  <a:alpha val="0"/>
                </a:srgbClr>
              </a:gs>
            </a:gsLst>
            <a:path path="circle">
              <a:fillToRect l="50000" t="50000" r="50000" b="50000"/>
            </a:path>
            <a:tileRect/>
          </a:gradFill>
          <a:ln cap="flat" cmpd="sng">
            <a:gradFill rotWithShape="1">
              <a:gsLst>
                <a:gs pos="0">
                  <a:srgbClr val="00CEE6">
                    <a:alpha val="20000"/>
                  </a:srgbClr>
                </a:gs>
                <a:gs pos="30000">
                  <a:srgbClr val="00CEE6">
                    <a:alpha val="8000"/>
                  </a:srgbClr>
                </a:gs>
                <a:gs pos="65000">
                  <a:srgbClr val="000000">
                    <a:alpha val="0"/>
                  </a:srgbClr>
                </a:gs>
              </a:gsLst>
              <a:path path="circle">
                <a:fillToRect l="50000" t="50000" r="50000" b="50000"/>
              </a:path>
              <a:tileRect/>
            </a:gradFill>
            <a:prstDash val="solid"/>
            <a:round/>
          </a:ln>
        </p:spPr>
        <p:txBody>
          <a:bodyPr vert="horz" wrap="square" lIns="63500" tIns="63500" rIns="63500" bIns="63500" rtlCol="0" anchor="ctr"/>
          <a:lstStyle/>
          <a:p>
            <a:pPr algn="ctr">
              <a:defRPr/>
            </a:pPr>
            <a:endParaRPr/>
          </a:p>
        </p:txBody>
      </p:sp>
      <p:sp>
        <p:nvSpPr>
          <p:cNvPr id="11" name="AutoShape 4"/>
          <p:cNvSpPr/>
          <p:nvPr userDrawn="1"/>
        </p:nvSpPr>
        <p:spPr>
          <a:xfrm>
            <a:off x="8636000" y="3556000"/>
            <a:ext cx="5588000" cy="5588000"/>
          </a:xfrm>
          <a:prstGeom prst="ellipse">
            <a:avLst/>
          </a:prstGeom>
          <a:gradFill rotWithShape="1">
            <a:gsLst>
              <a:gs pos="0">
                <a:srgbClr val="B388FF">
                  <a:alpha val="20000"/>
                </a:srgbClr>
              </a:gs>
              <a:gs pos="30000">
                <a:srgbClr val="B388FF">
                  <a:alpha val="8000"/>
                </a:srgbClr>
              </a:gs>
              <a:gs pos="65000">
                <a:srgbClr val="121212">
                  <a:alpha val="0"/>
                </a:srgbClr>
              </a:gs>
            </a:gsLst>
            <a:path path="circle">
              <a:fillToRect l="50000" t="50000" r="50000" b="50000"/>
            </a:path>
            <a:tileRect/>
          </a:gradFill>
          <a:ln cap="flat" cmpd="sng">
            <a:gradFill rotWithShape="1">
              <a:gsLst>
                <a:gs pos="0">
                  <a:srgbClr val="9263E6">
                    <a:alpha val="20000"/>
                  </a:srgbClr>
                </a:gs>
                <a:gs pos="30000">
                  <a:srgbClr val="9263E6">
                    <a:alpha val="8000"/>
                  </a:srgbClr>
                </a:gs>
                <a:gs pos="65000">
                  <a:srgbClr val="000000">
                    <a:alpha val="0"/>
                  </a:srgbClr>
                </a:gs>
              </a:gsLst>
              <a:path path="circle">
                <a:fillToRect l="50000" t="50000" r="50000" b="50000"/>
              </a:path>
              <a:tileRect/>
            </a:gradFill>
            <a:prstDash val="solid"/>
            <a:round/>
          </a:ln>
        </p:spPr>
        <p:txBody>
          <a:bodyPr vert="horz" wrap="square" lIns="63500" tIns="63500" rIns="63500" bIns="63500" rtlCol="0" anchor="ctr"/>
          <a:lstStyle/>
          <a:p>
            <a:pPr algn="ctr">
              <a:defRPr/>
            </a:pPr>
            <a:endParaRPr/>
          </a:p>
        </p:txBody>
      </p:sp>
      <p:sp>
        <p:nvSpPr>
          <p:cNvPr id="13" name="AutoShape 6"/>
          <p:cNvSpPr/>
          <p:nvPr userDrawn="1"/>
        </p:nvSpPr>
        <p:spPr>
          <a:xfrm>
            <a:off x="1016000" y="2159000"/>
            <a:ext cx="76200" cy="1778000"/>
          </a:xfrm>
          <a:prstGeom prst="roundRect">
            <a:avLst>
              <a:gd name="adj" fmla="val 0"/>
            </a:avLst>
          </a:prstGeom>
          <a:gradFill rotWithShape="1">
            <a:gsLst>
              <a:gs pos="0">
                <a:srgbClr val="00E5FF">
                  <a:alpha val="0"/>
                </a:srgbClr>
              </a:gs>
              <a:gs pos="50000">
                <a:srgbClr val="00E5FF">
                  <a:alpha val="55000"/>
                </a:srgbClr>
              </a:gs>
              <a:gs pos="100000">
                <a:srgbClr val="00E5FF">
                  <a:alpha val="0"/>
                </a:srgbClr>
              </a:gs>
            </a:gsLst>
            <a:lin ang="5400000"/>
          </a:gradFill>
          <a:ln cap="flat" cmpd="sng">
            <a:gradFill rotWithShape="1">
              <a:gsLst>
                <a:gs pos="0">
                  <a:srgbClr val="00CEE6">
                    <a:alpha val="0"/>
                  </a:srgbClr>
                </a:gs>
                <a:gs pos="50000">
                  <a:srgbClr val="00CEE6">
                    <a:alpha val="55000"/>
                  </a:srgbClr>
                </a:gs>
                <a:gs pos="100000">
                  <a:srgbClr val="00CEE6">
                    <a:alpha val="0"/>
                  </a:srgbClr>
                </a:gs>
              </a:gsLst>
              <a:lin ang="5400000"/>
            </a:gradFill>
            <a:prstDash val="solid"/>
            <a:round/>
          </a:ln>
        </p:spPr>
        <p:txBody>
          <a:bodyPr vert="horz" wrap="square" lIns="63500" tIns="63500" rIns="63500" bIns="63500" rtlCol="0" anchor="ctr"/>
          <a:lstStyle/>
          <a:p>
            <a:pPr algn="ctr">
              <a:defRPr/>
            </a:pPr>
            <a:endParaRPr/>
          </a:p>
        </p:txBody>
      </p:sp>
      <p:sp>
        <p:nvSpPr>
          <p:cNvPr id="14" name="AutoShape 7"/>
          <p:cNvSpPr/>
          <p:nvPr userDrawn="1"/>
        </p:nvSpPr>
        <p:spPr>
          <a:xfrm>
            <a:off x="11099800" y="2159000"/>
            <a:ext cx="76200" cy="1778000"/>
          </a:xfrm>
          <a:prstGeom prst="roundRect">
            <a:avLst>
              <a:gd name="adj" fmla="val 0"/>
            </a:avLst>
          </a:prstGeom>
          <a:gradFill rotWithShape="1">
            <a:gsLst>
              <a:gs pos="0">
                <a:srgbClr val="B388FF">
                  <a:alpha val="0"/>
                </a:srgbClr>
              </a:gs>
              <a:gs pos="50000">
                <a:srgbClr val="B388FF">
                  <a:alpha val="55000"/>
                </a:srgbClr>
              </a:gs>
              <a:gs pos="100000">
                <a:srgbClr val="B388FF">
                  <a:alpha val="0"/>
                </a:srgbClr>
              </a:gs>
            </a:gsLst>
            <a:lin ang="5400000"/>
          </a:gradFill>
          <a:ln cap="flat" cmpd="sng">
            <a:gradFill rotWithShape="1">
              <a:gsLst>
                <a:gs pos="0">
                  <a:srgbClr val="9263E6">
                    <a:alpha val="0"/>
                  </a:srgbClr>
                </a:gs>
                <a:gs pos="50000">
                  <a:srgbClr val="9263E6">
                    <a:alpha val="55000"/>
                  </a:srgbClr>
                </a:gs>
                <a:gs pos="100000">
                  <a:srgbClr val="9263E6">
                    <a:alpha val="0"/>
                  </a:srgbClr>
                </a:gs>
              </a:gsLst>
              <a:lin ang="5400000"/>
            </a:gradFill>
            <a:prstDash val="solid"/>
            <a:round/>
          </a:ln>
        </p:spPr>
        <p:txBody>
          <a:bodyPr vert="horz" wrap="square" lIns="63500" tIns="63500" rIns="63500" bIns="63500" rtlCol="0" anchor="ctr"/>
          <a:lstStyle/>
          <a:p>
            <a:pPr algn="ctr">
              <a:defRPr/>
            </a:pPr>
            <a:endParaRPr/>
          </a:p>
        </p:txBody>
      </p:sp>
      <p:sp>
        <p:nvSpPr>
          <p:cNvPr id="17" name="AutoShape 10"/>
          <p:cNvSpPr/>
          <p:nvPr userDrawn="1"/>
        </p:nvSpPr>
        <p:spPr>
          <a:xfrm>
            <a:off x="2921000" y="5207000"/>
            <a:ext cx="6350000" cy="12700"/>
          </a:xfrm>
          <a:prstGeom prst="roundRect">
            <a:avLst>
              <a:gd name="adj" fmla="val 0"/>
            </a:avLst>
          </a:prstGeom>
          <a:gradFill rotWithShape="1">
            <a:gsLst>
              <a:gs pos="0">
                <a:srgbClr val="00E5FF">
                  <a:alpha val="0"/>
                </a:srgbClr>
              </a:gs>
              <a:gs pos="28000">
                <a:srgbClr val="00E5FF">
                  <a:alpha val="55000"/>
                </a:srgbClr>
              </a:gs>
              <a:gs pos="72000">
                <a:srgbClr val="B388FF">
                  <a:alpha val="55000"/>
                </a:srgbClr>
              </a:gs>
              <a:gs pos="100000">
                <a:srgbClr val="B388FF">
                  <a:alpha val="0"/>
                </a:srgbClr>
              </a:gs>
            </a:gsLst>
            <a:lin ang="0"/>
          </a:gradFill>
          <a:ln cap="flat" cmpd="sng">
            <a:gradFill rotWithShape="1">
              <a:gsLst>
                <a:gs pos="0">
                  <a:srgbClr val="00CEE6">
                    <a:alpha val="0"/>
                  </a:srgbClr>
                </a:gs>
                <a:gs pos="28000">
                  <a:srgbClr val="00CEE6">
                    <a:alpha val="55000"/>
                  </a:srgbClr>
                </a:gs>
                <a:gs pos="72000">
                  <a:srgbClr val="9263E6">
                    <a:alpha val="55000"/>
                  </a:srgbClr>
                </a:gs>
                <a:gs pos="100000">
                  <a:srgbClr val="9263E6">
                    <a:alpha val="0"/>
                  </a:srgbClr>
                </a:gs>
              </a:gsLst>
              <a:lin ang="0"/>
            </a:gradFill>
            <a:prstDash val="solid"/>
            <a:round/>
          </a:ln>
        </p:spPr>
        <p:txBody>
          <a:bodyPr vert="horz" wrap="square" lIns="63500" tIns="63500" rIns="63500" bIns="63500" rtlCol="0" anchor="ctr"/>
          <a:lstStyle/>
          <a:p>
            <a:pPr algn="ctr">
              <a:defRPr/>
            </a:pPr>
            <a:endParaRPr/>
          </a:p>
        </p:txBody>
      </p:sp>
      <p:cxnSp>
        <p:nvCxnSpPr>
          <p:cNvPr id="19" name="Connector 12"/>
          <p:cNvCxnSpPr/>
          <p:nvPr userDrawn="1"/>
        </p:nvCxnSpPr>
        <p:spPr>
          <a:xfrm rot="5256843">
            <a:off x="5943600" y="5810382"/>
            <a:ext cx="304800" cy="12700"/>
          </a:xfrm>
          <a:prstGeom prst="straightConnector1">
            <a:avLst/>
          </a:prstGeom>
          <a:solidFill>
            <a:srgbClr val="DEE0E3">
              <a:alpha val="100000"/>
            </a:srgbClr>
          </a:solidFill>
          <a:ln w="12700" cap="flat" cmpd="sng">
            <a:solidFill>
              <a:srgbClr val="FFFFFF">
                <a:alpha val="28000"/>
              </a:srgbClr>
            </a:solidFill>
            <a:prstDash val="solid"/>
            <a:round/>
            <a:headEnd type="none" w="med" len="med"/>
            <a:tailEnd type="none" w="med" len="med"/>
          </a:ln>
        </p:spPr>
      </p:cxnSp>
      <p:sp>
        <p:nvSpPr>
          <p:cNvPr id="2" name="标题 1"/>
          <p:cNvSpPr>
            <a:spLocks noGrp="1"/>
          </p:cNvSpPr>
          <p:nvPr>
            <p:ph type="ctrTitle" hasCustomPrompt="1"/>
          </p:nvPr>
        </p:nvSpPr>
        <p:spPr>
          <a:xfrm>
            <a:off x="762000" y="1433195"/>
            <a:ext cx="10668000" cy="2325370"/>
          </a:xfrm>
        </p:spPr>
        <p:txBody>
          <a:bodyPr anchor="b">
            <a:normAutofit/>
          </a:bodyPr>
          <a:lstStyle>
            <a:lvl1pPr marL="0" marR="0" lvl="0" algn="ctr" rtl="0" eaLnBrk="1" fontAlgn="auto" latinLnBrk="0" hangingPunct="1">
              <a:lnSpc>
                <a:spcPct val="108000"/>
              </a:lnSpc>
              <a:spcBef>
                <a:spcPts val="0"/>
              </a:spcBef>
              <a:spcAft>
                <a:spcPts val="0"/>
              </a:spcAft>
              <a:buClr>
                <a:srgbClr val="000000"/>
              </a:buClr>
              <a:buSzTx/>
              <a:buFont typeface="Arial" panose="020B0604020202020204"/>
              <a:buNone/>
              <a:defRPr/>
            </a:lvl1pPr>
          </a:lstStyle>
          <a:p>
            <a:r>
              <a:rPr lang="zh-CN" altLang="en-US" dirty="0"/>
              <a:t>单击此处添加标题</a:t>
            </a:r>
          </a:p>
        </p:txBody>
      </p:sp>
      <p:sp>
        <p:nvSpPr>
          <p:cNvPr id="4" name="日期占位符 3"/>
          <p:cNvSpPr>
            <a:spLocks noGrp="1"/>
          </p:cNvSpPr>
          <p:nvPr>
            <p:ph type="dt" sz="half" idx="10"/>
          </p:nvPr>
        </p:nvSpPr>
        <p:spPr/>
        <p:txBody>
          <a:bodyPr/>
          <a:lstStyle/>
          <a:p>
            <a:fld id="{760FBDFE-C587-4B4C-A407-44438C67B59E}" type="datetimeFigureOut">
              <a:rPr lang="zh-CN" altLang="en-US" smtClean="0"/>
              <a:t>2026/9/17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t>‹#›</a:t>
            </a:fld>
            <a:endParaRPr lang="zh-CN" altLang="en-US"/>
          </a:p>
        </p:txBody>
      </p:sp>
      <p:sp>
        <p:nvSpPr>
          <p:cNvPr id="3" name="副标题 2"/>
          <p:cNvSpPr>
            <a:spLocks noGrp="1"/>
          </p:cNvSpPr>
          <p:nvPr>
            <p:ph type="subTitle" idx="1" hasCustomPrompt="1"/>
          </p:nvPr>
        </p:nvSpPr>
        <p:spPr>
          <a:xfrm>
            <a:off x="762000" y="4012565"/>
            <a:ext cx="10668000" cy="1753870"/>
          </a:xfrm>
        </p:spPr>
        <p:txBody>
          <a:bodyPr>
            <a:normAutofit/>
          </a:bodyPr>
          <a:lstStyle>
            <a:lvl1pPr marL="0" indent="0" algn="ctr">
              <a:buNone/>
              <a:defRPr sz="2800">
                <a:solidFill>
                  <a:schemeClr val="bg1">
                    <a:lumMod val="75000"/>
                  </a:schemeClr>
                </a:solidFill>
                <a:effectLst/>
                <a:latin typeface="+mj-lt"/>
                <a:ea typeface="+mj-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单击此处添加副标题</a:t>
            </a:r>
          </a:p>
        </p:txBody>
      </p:sp>
      <p:sp>
        <p:nvSpPr>
          <p:cNvPr id="21" name="文本占位符 20"/>
          <p:cNvSpPr>
            <a:spLocks noGrp="1"/>
          </p:cNvSpPr>
          <p:nvPr>
            <p:ph type="body" idx="13" hasCustomPrompt="1"/>
          </p:nvPr>
        </p:nvSpPr>
        <p:spPr>
          <a:xfrm>
            <a:off x="757555" y="5588000"/>
            <a:ext cx="4831080" cy="431800"/>
          </a:xfrm>
        </p:spPr>
        <p:txBody>
          <a:bodyPr/>
          <a:lstStyle>
            <a:lvl1pPr indent="0">
              <a:buNone/>
              <a:defRPr sz="2000"/>
            </a:lvl1pPr>
          </a:lstStyle>
          <a:p>
            <a:pPr marL="0" indent="0" algn="l">
              <a:lnSpc>
                <a:spcPct val="100000"/>
              </a:lnSpc>
              <a:defRPr/>
            </a:pPr>
            <a:r>
              <a:rPr lang="en-US" spc="300">
                <a:solidFill>
                  <a:srgbClr val="BEBEBE"/>
                </a:solidFill>
                <a:latin typeface="Noto Sans SC" panose="020B0200000000000000" charset="-122"/>
                <a:ea typeface="Noto Sans SC" panose="020B0200000000000000" charset="-122"/>
                <a:cs typeface="Noto Sans SC" panose="020B0200000000000000" charset="-122"/>
                <a:sym typeface="Noto Sans SC" panose="020B0200000000000000" charset="-122"/>
              </a:rPr>
              <a:t>【授课人】</a:t>
            </a:r>
            <a:endParaRPr lang="zh-CN" altLang="en-US"/>
          </a:p>
        </p:txBody>
      </p:sp>
      <p:sp>
        <p:nvSpPr>
          <p:cNvPr id="24" name="文本占位符 23"/>
          <p:cNvSpPr>
            <a:spLocks noGrp="1"/>
          </p:cNvSpPr>
          <p:nvPr>
            <p:ph type="body" idx="16" hasCustomPrompt="1"/>
          </p:nvPr>
        </p:nvSpPr>
        <p:spPr>
          <a:xfrm>
            <a:off x="6604000" y="5588000"/>
            <a:ext cx="4830445" cy="431800"/>
          </a:xfrm>
        </p:spPr>
        <p:txBody>
          <a:bodyPr/>
          <a:lstStyle>
            <a:lvl1pPr marL="0" indent="0" algn="r">
              <a:buNone/>
              <a:defRPr kumimoji="0" lang="zh-CN" altLang="en-US" sz="2000" b="0" i="0" u="none" strike="noStrike" kern="1200" cap="none" spc="300" normalizeH="0" baseline="0" noProof="1">
                <a:solidFill>
                  <a:srgbClr val="BEBEBE"/>
                </a:solidFill>
                <a:latin typeface="Noto Sans SC" panose="020B0200000000000000" charset="-122"/>
                <a:ea typeface="SimSun" pitchFamily="2" charset="-122"/>
                <a:cs typeface="Noto Sans SC" panose="020B0200000000000000" charset="-122"/>
                <a:sym typeface="Noto Sans SC" panose="020B0200000000000000" charset="-122"/>
              </a:defRPr>
            </a:lvl1pPr>
            <a:lvl5pPr algn="ctr">
              <a:defRPr/>
            </a:lvl5pPr>
          </a:lstStyle>
          <a:p>
            <a:pPr lvl="0"/>
            <a:r>
              <a:rPr lang="zh-CN" altLang="en-US"/>
              <a:t>【日期】</a:t>
            </a:r>
          </a:p>
          <a:p>
            <a:pPr lvl="0"/>
            <a:endParaRPr lang="zh-CN" alt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11" name="AutoShape 3"/>
          <p:cNvSpPr/>
          <p:nvPr userDrawn="1"/>
        </p:nvSpPr>
        <p:spPr>
          <a:xfrm>
            <a:off x="9144000" y="4572000"/>
            <a:ext cx="4572000" cy="4572000"/>
          </a:xfrm>
          <a:prstGeom prst="ellipse">
            <a:avLst/>
          </a:prstGeom>
          <a:gradFill rotWithShape="1">
            <a:gsLst>
              <a:gs pos="0">
                <a:srgbClr val="00E5FF">
                  <a:alpha val="6000"/>
                </a:srgbClr>
              </a:gs>
              <a:gs pos="70000">
                <a:srgbClr val="00E5FF">
                  <a:alpha val="0"/>
                </a:srgbClr>
              </a:gs>
            </a:gsLst>
            <a:path path="circle">
              <a:fillToRect l="50000" t="50000" r="50000" b="50000"/>
            </a:path>
            <a:tileRect/>
          </a:gradFill>
          <a:ln w="25400" cap="flat" cmpd="sng">
            <a:noFill/>
            <a:prstDash val="solid"/>
            <a:round/>
          </a:ln>
        </p:spPr>
        <p:txBody>
          <a:bodyPr vert="horz" wrap="square" lIns="63500" tIns="63500" rIns="63500" bIns="63500" rtlCol="0" anchor="ctr"/>
          <a:lstStyle/>
          <a:p>
            <a:pPr algn="ctr">
              <a:defRPr/>
            </a:pPr>
            <a:endParaRPr/>
          </a:p>
        </p:txBody>
      </p:sp>
      <p:sp>
        <p:nvSpPr>
          <p:cNvPr id="10" name="AutoShape 2"/>
          <p:cNvSpPr/>
          <p:nvPr userDrawn="1"/>
        </p:nvSpPr>
        <p:spPr>
          <a:xfrm>
            <a:off x="-2032000" y="-2032000"/>
            <a:ext cx="4826000" cy="4826000"/>
          </a:xfrm>
          <a:prstGeom prst="ellipse">
            <a:avLst/>
          </a:prstGeom>
          <a:gradFill rotWithShape="1">
            <a:gsLst>
              <a:gs pos="0">
                <a:srgbClr val="00E5FF">
                  <a:alpha val="10000"/>
                </a:srgbClr>
              </a:gs>
              <a:gs pos="70000">
                <a:srgbClr val="00E5FF">
                  <a:alpha val="0"/>
                </a:srgbClr>
              </a:gs>
            </a:gsLst>
            <a:path path="circle">
              <a:fillToRect l="50000" t="50000" r="50000" b="50000"/>
            </a:path>
            <a:tileRect/>
          </a:gradFill>
          <a:ln w="25400" cap="flat" cmpd="sng">
            <a:noFill/>
            <a:prstDash val="solid"/>
            <a:round/>
          </a:ln>
        </p:spPr>
        <p:txBody>
          <a:bodyPr vert="horz" wrap="square" lIns="63500" tIns="63500" rIns="63500" bIns="63500" rtlCol="0" anchor="ctr"/>
          <a:lstStyle/>
          <a:p>
            <a:pPr algn="ctr">
              <a:defRPr/>
            </a:pPr>
            <a:endParaRPr/>
          </a:p>
        </p:txBody>
      </p:sp>
      <p:sp>
        <p:nvSpPr>
          <p:cNvPr id="2" name="标题 1"/>
          <p:cNvSpPr>
            <a:spLocks noGrp="1"/>
          </p:cNvSpPr>
          <p:nvPr>
            <p:ph type="title"/>
          </p:nvPr>
        </p:nvSpPr>
        <p:spPr>
          <a:xfrm>
            <a:off x="762000" y="609600"/>
            <a:ext cx="10401300" cy="660400"/>
          </a:xfrm>
        </p:spPr>
        <p:txBody>
          <a:bodyPr anchor="ctr" anchorCtr="0">
            <a:normAutofit/>
          </a:bodyPr>
          <a:lstStyle>
            <a:lvl1pPr>
              <a:defRPr kumimoji="0" lang="en-US" sz="3600" b="1" i="0" u="none" strike="noStrike" kern="0" cap="none" spc="200" normalizeH="0" baseline="0" noProof="1">
                <a:solidFill>
                  <a:srgbClr val="FFFFFF"/>
                </a:solidFill>
                <a:effectLst>
                  <a:outerShdw blurRad="38100" dist="38100" dir="2700000" algn="tl">
                    <a:srgbClr val="000000">
                      <a:alpha val="43137"/>
                    </a:srgbClr>
                  </a:outerShdw>
                </a:effectLst>
                <a:latin typeface="Noto Sans SC" panose="020B0200000000000000" charset="-122"/>
                <a:ea typeface="Noto Sans SC" panose="020B0200000000000000" charset="-122"/>
                <a:cs typeface="Noto Sans SC" panose="020B0200000000000000" charset="-122"/>
                <a:sym typeface="Noto Sans SC" panose="020B0200000000000000" charset="-122"/>
              </a:defRPr>
            </a:lvl1pPr>
          </a:lstStyle>
          <a:p>
            <a:r>
              <a:rPr lang="zh-CN" altLang="en-US" dirty="0"/>
              <a:t>单击此处编辑母版标题样式</a:t>
            </a:r>
          </a:p>
        </p:txBody>
      </p:sp>
      <p:sp>
        <p:nvSpPr>
          <p:cNvPr id="3" name="内容占位符 2"/>
          <p:cNvSpPr>
            <a:spLocks noGrp="1"/>
          </p:cNvSpPr>
          <p:nvPr>
            <p:ph idx="1"/>
          </p:nvPr>
        </p:nvSpPr>
        <p:spPr>
          <a:xfrm>
            <a:off x="762000" y="1825625"/>
            <a:ext cx="10401300" cy="4351655"/>
          </a:xfrm>
        </p:spPr>
        <p:txBody>
          <a:bodyPr>
            <a:normAutofit/>
          </a:bodyPr>
          <a:lstStyle>
            <a:lvl1pPr>
              <a:lnSpc>
                <a:spcPct val="150000"/>
              </a:lnSpc>
              <a:buClr>
                <a:srgbClr val="00E5FA"/>
              </a:buClr>
              <a:defRPr sz="2000">
                <a:solidFill>
                  <a:schemeClr val="bg1"/>
                </a:solidFill>
              </a:defRPr>
            </a:lvl1pPr>
            <a:lvl2pPr>
              <a:lnSpc>
                <a:spcPct val="150000"/>
              </a:lnSpc>
              <a:buClr>
                <a:srgbClr val="00E5FA"/>
              </a:buClr>
              <a:defRPr sz="1800">
                <a:solidFill>
                  <a:schemeClr val="bg1"/>
                </a:solidFill>
              </a:defRPr>
            </a:lvl2pPr>
            <a:lvl3pPr>
              <a:lnSpc>
                <a:spcPct val="150000"/>
              </a:lnSpc>
              <a:buClr>
                <a:srgbClr val="00E5FA"/>
              </a:buClr>
              <a:defRPr sz="1600">
                <a:solidFill>
                  <a:schemeClr val="bg1"/>
                </a:solidFill>
              </a:defRPr>
            </a:lvl3pPr>
            <a:lvl4pPr>
              <a:lnSpc>
                <a:spcPct val="150000"/>
              </a:lnSpc>
              <a:buClr>
                <a:srgbClr val="00E5FA"/>
              </a:buClr>
              <a:defRPr sz="1600">
                <a:solidFill>
                  <a:schemeClr val="bg1"/>
                </a:solidFill>
              </a:defRPr>
            </a:lvl4pPr>
            <a:lvl5pPr>
              <a:lnSpc>
                <a:spcPct val="150000"/>
              </a:lnSpc>
              <a:buClr>
                <a:srgbClr val="00E5FA"/>
              </a:buClr>
              <a:defRPr sz="1600">
                <a:solidFill>
                  <a:schemeClr val="bg1"/>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a:xfrm>
            <a:off x="8420100" y="6356350"/>
            <a:ext cx="2743200" cy="365125"/>
          </a:xfrm>
        </p:spPr>
        <p:txBody>
          <a:bodyPr/>
          <a:lstStyle>
            <a:lvl1pPr algn="r">
              <a:defRPr/>
            </a:lvl1pPr>
          </a:lstStyle>
          <a:p>
            <a:fld id="{760FBDFE-C587-4B4C-A407-44438C67B59E}" type="datetimeFigureOut">
              <a:rPr lang="zh-CN" altLang="en-US" smtClean="0"/>
              <a:t>2026/9/17</a:t>
            </a:fld>
            <a:endParaRPr lang="zh-CN" altLang="en-US"/>
          </a:p>
        </p:txBody>
      </p:sp>
      <p:sp>
        <p:nvSpPr>
          <p:cNvPr id="5" name="页脚占位符 4"/>
          <p:cNvSpPr>
            <a:spLocks noGrp="1"/>
          </p:cNvSpPr>
          <p:nvPr>
            <p:ph type="ftr" sz="quarter" idx="11"/>
          </p:nvPr>
        </p:nvSpPr>
        <p:spPr>
          <a:xfrm>
            <a:off x="3905250" y="6356350"/>
            <a:ext cx="4114800" cy="365125"/>
          </a:xfrm>
        </p:spPr>
        <p:txBody>
          <a:bodyPr/>
          <a:lstStyle/>
          <a:p>
            <a:endParaRPr lang="zh-CN" altLang="en-US"/>
          </a:p>
        </p:txBody>
      </p:sp>
      <p:sp>
        <p:nvSpPr>
          <p:cNvPr id="6" name="灯片编号占位符 5"/>
          <p:cNvSpPr>
            <a:spLocks noGrp="1"/>
          </p:cNvSpPr>
          <p:nvPr>
            <p:ph type="sldNum" sz="quarter" idx="12"/>
          </p:nvPr>
        </p:nvSpPr>
        <p:spPr>
          <a:xfrm>
            <a:off x="762000" y="6356350"/>
            <a:ext cx="2743200" cy="365125"/>
          </a:xfrm>
        </p:spPr>
        <p:txBody>
          <a:bodyPr/>
          <a:lstStyle>
            <a:lvl1pPr algn="l">
              <a:defRPr/>
            </a:lvl1pPr>
          </a:lstStyle>
          <a:p>
            <a:fld id="{49AE70B2-8BF9-45C0-BB95-33D1B9D3A854}" type="slidenum">
              <a:rPr lang="zh-CN" altLang="en-US" smtClean="0"/>
              <a:t>‹#›</a:t>
            </a:fld>
            <a:endParaRPr lang="en-US" altLang="zh-CN"/>
          </a:p>
        </p:txBody>
      </p:sp>
      <p:sp>
        <p:nvSpPr>
          <p:cNvPr id="8" name="AutoShape 5"/>
          <p:cNvSpPr/>
          <p:nvPr userDrawn="1"/>
        </p:nvSpPr>
        <p:spPr>
          <a:xfrm>
            <a:off x="762000" y="1422400"/>
            <a:ext cx="914400" cy="50800"/>
          </a:xfrm>
          <a:prstGeom prst="roundRect">
            <a:avLst>
              <a:gd name="adj" fmla="val 0"/>
            </a:avLst>
          </a:prstGeom>
          <a:solidFill>
            <a:srgbClr val="00E5FF">
              <a:alpha val="100000"/>
            </a:srgbClr>
          </a:solidFill>
          <a:ln w="25400" cap="flat" cmpd="sng">
            <a:noFill/>
            <a:prstDash val="solid"/>
            <a:round/>
          </a:ln>
        </p:spPr>
        <p:txBody>
          <a:bodyPr vert="horz" wrap="square" lIns="63500" tIns="63500" rIns="63500" bIns="63500" rtlCol="0" anchor="ctr"/>
          <a:lstStyle/>
          <a:p>
            <a:pPr algn="ctr">
              <a:defRPr/>
            </a:pPr>
            <a:endParaRPr/>
          </a:p>
        </p:txBody>
      </p:sp>
      <p:cxnSp>
        <p:nvCxnSpPr>
          <p:cNvPr id="16" name="Connector 16"/>
          <p:cNvCxnSpPr/>
          <p:nvPr userDrawn="1"/>
        </p:nvCxnSpPr>
        <p:spPr>
          <a:xfrm rot="-4092">
            <a:off x="762004" y="6216650"/>
            <a:ext cx="10668000" cy="12700"/>
          </a:xfrm>
          <a:prstGeom prst="straightConnector1">
            <a:avLst/>
          </a:prstGeom>
          <a:solidFill>
            <a:srgbClr val="DEE0E3">
              <a:alpha val="100000"/>
            </a:srgbClr>
          </a:solidFill>
          <a:ln w="12700" cap="flat" cmpd="sng">
            <a:solidFill>
              <a:srgbClr val="FFFFFF">
                <a:alpha val="20000"/>
              </a:srgbClr>
            </a:solidFill>
            <a:prstDash val="solid"/>
            <a:round/>
            <a:headEnd type="none" w="med" len="med"/>
            <a:tailEnd type="none" w="med" len="med"/>
          </a:ln>
        </p:spPr>
      </p:cxn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标题和内容">
    <p:spTree>
      <p:nvGrpSpPr>
        <p:cNvPr id="1" name=""/>
        <p:cNvGrpSpPr/>
        <p:nvPr/>
      </p:nvGrpSpPr>
      <p:grpSpPr>
        <a:xfrm>
          <a:off x="0" y="0"/>
          <a:ext cx="0" cy="0"/>
          <a:chOff x="0" y="0"/>
          <a:chExt cx="0" cy="0"/>
        </a:xfrm>
      </p:grpSpPr>
      <p:sp>
        <p:nvSpPr>
          <p:cNvPr id="11" name="AutoShape 3"/>
          <p:cNvSpPr/>
          <p:nvPr userDrawn="1"/>
        </p:nvSpPr>
        <p:spPr>
          <a:xfrm>
            <a:off x="9144000" y="4572000"/>
            <a:ext cx="4572000" cy="4572000"/>
          </a:xfrm>
          <a:prstGeom prst="ellipse">
            <a:avLst/>
          </a:prstGeom>
          <a:gradFill rotWithShape="1">
            <a:gsLst>
              <a:gs pos="0">
                <a:srgbClr val="00E5FF">
                  <a:alpha val="6000"/>
                </a:srgbClr>
              </a:gs>
              <a:gs pos="70000">
                <a:srgbClr val="00E5FF">
                  <a:alpha val="0"/>
                </a:srgbClr>
              </a:gs>
            </a:gsLst>
            <a:path path="circle">
              <a:fillToRect l="50000" t="50000" r="50000" b="50000"/>
            </a:path>
            <a:tileRect/>
          </a:gradFill>
          <a:ln w="25400" cap="flat" cmpd="sng">
            <a:noFill/>
            <a:prstDash val="solid"/>
            <a:round/>
          </a:ln>
        </p:spPr>
        <p:txBody>
          <a:bodyPr vert="horz" wrap="square" lIns="63500" tIns="63500" rIns="63500" bIns="63500" rtlCol="0" anchor="ctr"/>
          <a:lstStyle/>
          <a:p>
            <a:pPr algn="ctr">
              <a:defRPr/>
            </a:pPr>
            <a:endParaRPr/>
          </a:p>
        </p:txBody>
      </p:sp>
      <p:sp>
        <p:nvSpPr>
          <p:cNvPr id="10" name="AutoShape 2"/>
          <p:cNvSpPr/>
          <p:nvPr userDrawn="1"/>
        </p:nvSpPr>
        <p:spPr>
          <a:xfrm>
            <a:off x="-2032000" y="-2032000"/>
            <a:ext cx="4826000" cy="4826000"/>
          </a:xfrm>
          <a:prstGeom prst="ellipse">
            <a:avLst/>
          </a:prstGeom>
          <a:gradFill rotWithShape="1">
            <a:gsLst>
              <a:gs pos="0">
                <a:srgbClr val="00E5FF">
                  <a:alpha val="10000"/>
                </a:srgbClr>
              </a:gs>
              <a:gs pos="70000">
                <a:srgbClr val="00E5FF">
                  <a:alpha val="0"/>
                </a:srgbClr>
              </a:gs>
            </a:gsLst>
            <a:path path="circle">
              <a:fillToRect l="50000" t="50000" r="50000" b="50000"/>
            </a:path>
            <a:tileRect/>
          </a:gradFill>
          <a:ln w="25400" cap="flat" cmpd="sng">
            <a:noFill/>
            <a:prstDash val="solid"/>
            <a:round/>
          </a:ln>
        </p:spPr>
        <p:txBody>
          <a:bodyPr vert="horz" wrap="square" lIns="63500" tIns="63500" rIns="63500" bIns="63500" rtlCol="0" anchor="ctr"/>
          <a:lstStyle/>
          <a:p>
            <a:pPr algn="ctr">
              <a:defRPr/>
            </a:pPr>
            <a:endParaRPr/>
          </a:p>
        </p:txBody>
      </p:sp>
      <p:sp>
        <p:nvSpPr>
          <p:cNvPr id="2" name="标题 1"/>
          <p:cNvSpPr>
            <a:spLocks noGrp="1"/>
          </p:cNvSpPr>
          <p:nvPr>
            <p:ph type="title"/>
          </p:nvPr>
        </p:nvSpPr>
        <p:spPr>
          <a:xfrm>
            <a:off x="762000" y="609600"/>
            <a:ext cx="10401300" cy="660400"/>
          </a:xfrm>
        </p:spPr>
        <p:txBody>
          <a:bodyPr anchor="ctr" anchorCtr="0">
            <a:normAutofit/>
          </a:bodyPr>
          <a:lstStyle>
            <a:lvl1pPr>
              <a:defRPr kumimoji="0" lang="en-US" sz="3600" b="1" i="0" u="none" strike="noStrike" kern="0" cap="none" spc="200" normalizeH="0" baseline="0" noProof="1">
                <a:solidFill>
                  <a:srgbClr val="FFFFFF"/>
                </a:solidFill>
                <a:effectLst>
                  <a:outerShdw blurRad="38100" dist="38100" dir="2700000" algn="tl">
                    <a:srgbClr val="000000">
                      <a:alpha val="43137"/>
                    </a:srgbClr>
                  </a:outerShdw>
                </a:effectLst>
                <a:latin typeface="Noto Sans SC" panose="020B0200000000000000" charset="-122"/>
                <a:ea typeface="Noto Sans SC" panose="020B0200000000000000" charset="-122"/>
                <a:cs typeface="Noto Sans SC" panose="020B0200000000000000" charset="-122"/>
                <a:sym typeface="Noto Sans SC" panose="020B0200000000000000" charset="-122"/>
              </a:defRPr>
            </a:lvl1pPr>
          </a:lstStyle>
          <a:p>
            <a:r>
              <a:rPr lang="zh-CN" altLang="en-US" dirty="0"/>
              <a:t>单击此处编辑母版标题样式</a:t>
            </a:r>
          </a:p>
        </p:txBody>
      </p:sp>
      <p:sp>
        <p:nvSpPr>
          <p:cNvPr id="3" name="内容占位符 2"/>
          <p:cNvSpPr>
            <a:spLocks noGrp="1"/>
          </p:cNvSpPr>
          <p:nvPr>
            <p:ph idx="1"/>
          </p:nvPr>
        </p:nvSpPr>
        <p:spPr>
          <a:xfrm>
            <a:off x="762000" y="3298825"/>
            <a:ext cx="10401300" cy="2878455"/>
          </a:xfrm>
        </p:spPr>
        <p:txBody>
          <a:bodyPr>
            <a:normAutofit/>
          </a:bodyPr>
          <a:lstStyle>
            <a:lvl1pPr>
              <a:lnSpc>
                <a:spcPct val="150000"/>
              </a:lnSpc>
              <a:buClr>
                <a:srgbClr val="00E5FA"/>
              </a:buClr>
              <a:defRPr sz="2000">
                <a:solidFill>
                  <a:schemeClr val="bg1"/>
                </a:solidFill>
              </a:defRPr>
            </a:lvl1pPr>
            <a:lvl2pPr>
              <a:lnSpc>
                <a:spcPct val="150000"/>
              </a:lnSpc>
              <a:buClr>
                <a:srgbClr val="00E5FA"/>
              </a:buClr>
              <a:defRPr sz="1800">
                <a:solidFill>
                  <a:schemeClr val="bg1"/>
                </a:solidFill>
              </a:defRPr>
            </a:lvl2pPr>
            <a:lvl3pPr>
              <a:lnSpc>
                <a:spcPct val="150000"/>
              </a:lnSpc>
              <a:buClr>
                <a:srgbClr val="00E5FA"/>
              </a:buClr>
              <a:defRPr sz="1600">
                <a:solidFill>
                  <a:schemeClr val="bg1"/>
                </a:solidFill>
              </a:defRPr>
            </a:lvl3pPr>
            <a:lvl4pPr>
              <a:lnSpc>
                <a:spcPct val="150000"/>
              </a:lnSpc>
              <a:buClr>
                <a:srgbClr val="00E5FA"/>
              </a:buClr>
              <a:defRPr sz="1600">
                <a:solidFill>
                  <a:schemeClr val="bg1"/>
                </a:solidFill>
              </a:defRPr>
            </a:lvl4pPr>
            <a:lvl5pPr>
              <a:lnSpc>
                <a:spcPct val="150000"/>
              </a:lnSpc>
              <a:buClr>
                <a:srgbClr val="00E5FA"/>
              </a:buClr>
              <a:defRPr sz="1600">
                <a:solidFill>
                  <a:schemeClr val="bg1"/>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a:xfrm>
            <a:off x="8420100" y="6356350"/>
            <a:ext cx="2743200" cy="365125"/>
          </a:xfrm>
        </p:spPr>
        <p:txBody>
          <a:bodyPr/>
          <a:lstStyle>
            <a:lvl1pPr algn="r">
              <a:defRPr/>
            </a:lvl1pPr>
          </a:lstStyle>
          <a:p>
            <a:fld id="{760FBDFE-C587-4B4C-A407-44438C67B59E}" type="datetimeFigureOut">
              <a:rPr lang="zh-CN" altLang="en-US" smtClean="0"/>
              <a:t>2026/9/17</a:t>
            </a:fld>
            <a:endParaRPr lang="zh-CN" altLang="en-US"/>
          </a:p>
        </p:txBody>
      </p:sp>
      <p:sp>
        <p:nvSpPr>
          <p:cNvPr id="5" name="页脚占位符 4"/>
          <p:cNvSpPr>
            <a:spLocks noGrp="1"/>
          </p:cNvSpPr>
          <p:nvPr>
            <p:ph type="ftr" sz="quarter" idx="11"/>
          </p:nvPr>
        </p:nvSpPr>
        <p:spPr>
          <a:xfrm>
            <a:off x="3905250" y="6356350"/>
            <a:ext cx="4114800" cy="365125"/>
          </a:xfrm>
        </p:spPr>
        <p:txBody>
          <a:bodyPr/>
          <a:lstStyle/>
          <a:p>
            <a:endParaRPr lang="zh-CN" altLang="en-US"/>
          </a:p>
        </p:txBody>
      </p:sp>
      <p:sp>
        <p:nvSpPr>
          <p:cNvPr id="6" name="灯片编号占位符 5"/>
          <p:cNvSpPr>
            <a:spLocks noGrp="1"/>
          </p:cNvSpPr>
          <p:nvPr>
            <p:ph type="sldNum" sz="quarter" idx="12"/>
          </p:nvPr>
        </p:nvSpPr>
        <p:spPr>
          <a:xfrm>
            <a:off x="762000" y="6356350"/>
            <a:ext cx="2743200" cy="365125"/>
          </a:xfrm>
        </p:spPr>
        <p:txBody>
          <a:bodyPr/>
          <a:lstStyle>
            <a:lvl1pPr algn="l">
              <a:defRPr/>
            </a:lvl1pPr>
          </a:lstStyle>
          <a:p>
            <a:fld id="{49AE70B2-8BF9-45C0-BB95-33D1B9D3A854}" type="slidenum">
              <a:rPr lang="zh-CN" altLang="en-US" smtClean="0"/>
              <a:t>‹#›</a:t>
            </a:fld>
            <a:endParaRPr lang="en-US" altLang="zh-CN"/>
          </a:p>
        </p:txBody>
      </p:sp>
      <p:sp>
        <p:nvSpPr>
          <p:cNvPr id="8" name="AutoShape 5"/>
          <p:cNvSpPr/>
          <p:nvPr userDrawn="1"/>
        </p:nvSpPr>
        <p:spPr>
          <a:xfrm>
            <a:off x="762000" y="1422400"/>
            <a:ext cx="914400" cy="50800"/>
          </a:xfrm>
          <a:prstGeom prst="roundRect">
            <a:avLst>
              <a:gd name="adj" fmla="val 0"/>
            </a:avLst>
          </a:prstGeom>
          <a:solidFill>
            <a:srgbClr val="00E5FF">
              <a:alpha val="100000"/>
            </a:srgbClr>
          </a:solidFill>
          <a:ln w="25400" cap="flat" cmpd="sng">
            <a:noFill/>
            <a:prstDash val="solid"/>
            <a:round/>
          </a:ln>
        </p:spPr>
        <p:txBody>
          <a:bodyPr vert="horz" wrap="square" lIns="63500" tIns="63500" rIns="63500" bIns="63500" rtlCol="0" anchor="ctr"/>
          <a:lstStyle/>
          <a:p>
            <a:pPr algn="ctr">
              <a:defRPr/>
            </a:pPr>
            <a:endParaRPr/>
          </a:p>
        </p:txBody>
      </p:sp>
      <p:cxnSp>
        <p:nvCxnSpPr>
          <p:cNvPr id="16" name="Connector 16"/>
          <p:cNvCxnSpPr/>
          <p:nvPr userDrawn="1"/>
        </p:nvCxnSpPr>
        <p:spPr>
          <a:xfrm rot="-4092">
            <a:off x="762004" y="6216650"/>
            <a:ext cx="10668000" cy="12700"/>
          </a:xfrm>
          <a:prstGeom prst="straightConnector1">
            <a:avLst/>
          </a:prstGeom>
          <a:solidFill>
            <a:srgbClr val="DEE0E3">
              <a:alpha val="100000"/>
            </a:srgbClr>
          </a:solidFill>
          <a:ln w="12700" cap="flat" cmpd="sng">
            <a:solidFill>
              <a:srgbClr val="FFFFFF">
                <a:alpha val="20000"/>
              </a:srgbClr>
            </a:solidFill>
            <a:prstDash val="solid"/>
            <a:round/>
            <a:headEnd type="none" w="med" len="med"/>
            <a:tailEnd type="none" w="med" len="med"/>
          </a:ln>
        </p:spPr>
      </p:cxnSp>
      <p:sp>
        <p:nvSpPr>
          <p:cNvPr id="7" name="AutoShape 7"/>
          <p:cNvSpPr/>
          <p:nvPr userDrawn="1"/>
        </p:nvSpPr>
        <p:spPr>
          <a:xfrm>
            <a:off x="762000" y="1676400"/>
            <a:ext cx="10401300" cy="1422400"/>
          </a:xfrm>
          <a:prstGeom prst="snip2DiagRect">
            <a:avLst/>
          </a:prstGeom>
          <a:solidFill>
            <a:srgbClr val="00E5FF">
              <a:alpha val="15000"/>
            </a:srgbClr>
          </a:solidFill>
          <a:ln w="12700" cap="flat" cmpd="sng">
            <a:solidFill>
              <a:srgbClr val="00E5FF">
                <a:alpha val="100000"/>
              </a:srgbClr>
            </a:solidFill>
            <a:prstDash val="solid"/>
            <a:round/>
          </a:ln>
          <a:effectLst>
            <a:outerShdw blurRad="304800" dir="5400000" algn="ctr" rotWithShape="0">
              <a:srgbClr val="00E5FF">
                <a:alpha val="35000"/>
              </a:srgbClr>
            </a:outerShdw>
          </a:effectLst>
        </p:spPr>
        <p:txBody>
          <a:bodyPr vert="horz" wrap="square" lIns="63500" tIns="63500" rIns="63500" bIns="63500" rtlCol="0" anchor="ctr"/>
          <a:lstStyle/>
          <a:p>
            <a:pPr algn="ctr">
              <a:defRPr/>
            </a:pPr>
            <a:endParaRPr/>
          </a:p>
        </p:txBody>
      </p:sp>
      <p:sp>
        <p:nvSpPr>
          <p:cNvPr id="9" name="内容占位符 8"/>
          <p:cNvSpPr>
            <a:spLocks noGrp="1"/>
          </p:cNvSpPr>
          <p:nvPr>
            <p:ph idx="13" hasCustomPrompt="1"/>
          </p:nvPr>
        </p:nvSpPr>
        <p:spPr>
          <a:xfrm>
            <a:off x="762000" y="1678305"/>
            <a:ext cx="10401300" cy="1421130"/>
          </a:xfrm>
        </p:spPr>
        <p:txBody>
          <a:bodyPr anchor="ctr" anchorCtr="0"/>
          <a:lstStyle>
            <a:lvl1pPr marL="0" indent="0" algn="ctr">
              <a:buNone/>
              <a:defRPr b="1"/>
            </a:lvl1pPr>
          </a:lstStyle>
          <a:p>
            <a:pPr lvl="0"/>
            <a:r>
              <a:rPr lang="zh-CN" altLang="en-US"/>
              <a:t>插入定义文本</a:t>
            </a:r>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2_标题和内容">
    <p:spTree>
      <p:nvGrpSpPr>
        <p:cNvPr id="1" name=""/>
        <p:cNvGrpSpPr/>
        <p:nvPr/>
      </p:nvGrpSpPr>
      <p:grpSpPr>
        <a:xfrm>
          <a:off x="0" y="0"/>
          <a:ext cx="0" cy="0"/>
          <a:chOff x="0" y="0"/>
          <a:chExt cx="0" cy="0"/>
        </a:xfrm>
      </p:grpSpPr>
      <p:sp>
        <p:nvSpPr>
          <p:cNvPr id="13" name="AutoShape 2"/>
          <p:cNvSpPr/>
          <p:nvPr userDrawn="1"/>
        </p:nvSpPr>
        <p:spPr>
          <a:xfrm>
            <a:off x="-2286000" y="-2032000"/>
            <a:ext cx="5588000" cy="5588000"/>
          </a:xfrm>
          <a:prstGeom prst="ellipse">
            <a:avLst/>
          </a:prstGeom>
          <a:gradFill rotWithShape="1">
            <a:gsLst>
              <a:gs pos="0">
                <a:srgbClr val="00E5FF">
                  <a:alpha val="18000"/>
                </a:srgbClr>
              </a:gs>
              <a:gs pos="70000">
                <a:srgbClr val="00E5FF">
                  <a:alpha val="0"/>
                </a:srgbClr>
              </a:gs>
            </a:gsLst>
            <a:path path="circle">
              <a:fillToRect l="50000" t="50000" r="50000" b="50000"/>
            </a:path>
            <a:tileRect/>
          </a:gradFill>
          <a:ln cap="flat" cmpd="sng">
            <a:gradFill rotWithShape="1">
              <a:gsLst>
                <a:gs pos="0">
                  <a:srgbClr val="00CEE6">
                    <a:alpha val="18000"/>
                  </a:srgbClr>
                </a:gs>
                <a:gs pos="70000">
                  <a:srgbClr val="00CEE6">
                    <a:alpha val="0"/>
                  </a:srgbClr>
                </a:gs>
              </a:gsLst>
              <a:path path="circle">
                <a:fillToRect l="50000" t="50000" r="50000" b="50000"/>
              </a:path>
              <a:tileRect/>
            </a:gradFill>
            <a:prstDash val="solid"/>
            <a:round/>
          </a:ln>
        </p:spPr>
        <p:txBody>
          <a:bodyPr vert="horz" wrap="square" lIns="63500" tIns="63500" rIns="63500" bIns="63500" rtlCol="0" anchor="ctr"/>
          <a:lstStyle/>
          <a:p>
            <a:pPr algn="ctr">
              <a:defRPr/>
            </a:pPr>
            <a:endParaRPr/>
          </a:p>
        </p:txBody>
      </p:sp>
      <p:sp>
        <p:nvSpPr>
          <p:cNvPr id="14" name="AutoShape 3"/>
          <p:cNvSpPr/>
          <p:nvPr userDrawn="1"/>
        </p:nvSpPr>
        <p:spPr>
          <a:xfrm>
            <a:off x="8890000" y="4318000"/>
            <a:ext cx="5334000" cy="5334000"/>
          </a:xfrm>
          <a:prstGeom prst="ellipse">
            <a:avLst/>
          </a:prstGeom>
          <a:gradFill rotWithShape="1">
            <a:gsLst>
              <a:gs pos="0">
                <a:srgbClr val="69F0AE">
                  <a:alpha val="14000"/>
                </a:srgbClr>
              </a:gs>
              <a:gs pos="70000">
                <a:srgbClr val="69F0AE">
                  <a:alpha val="0"/>
                </a:srgbClr>
              </a:gs>
            </a:gsLst>
            <a:path path="circle">
              <a:fillToRect l="50000" t="50000" r="50000" b="50000"/>
            </a:path>
            <a:tileRect/>
          </a:gradFill>
          <a:ln cap="flat" cmpd="sng">
            <a:gradFill rotWithShape="1">
              <a:gsLst>
                <a:gs pos="0">
                  <a:srgbClr val="48D691">
                    <a:alpha val="14000"/>
                  </a:srgbClr>
                </a:gs>
                <a:gs pos="70000">
                  <a:srgbClr val="48D691">
                    <a:alpha val="0"/>
                  </a:srgbClr>
                </a:gs>
              </a:gsLst>
              <a:path path="circle">
                <a:fillToRect l="50000" t="50000" r="50000" b="50000"/>
              </a:path>
              <a:tileRect/>
            </a:gradFill>
            <a:prstDash val="solid"/>
            <a:round/>
          </a:ln>
        </p:spPr>
        <p:txBody>
          <a:bodyPr vert="horz" wrap="square" lIns="63500" tIns="63500" rIns="63500" bIns="63500" rtlCol="0" anchor="ctr"/>
          <a:lstStyle/>
          <a:p>
            <a:pPr algn="ctr">
              <a:defRPr/>
            </a:pPr>
            <a:endParaRPr/>
          </a:p>
        </p:txBody>
      </p:sp>
      <p:sp>
        <p:nvSpPr>
          <p:cNvPr id="2" name="标题 1"/>
          <p:cNvSpPr>
            <a:spLocks noGrp="1"/>
          </p:cNvSpPr>
          <p:nvPr>
            <p:ph type="title" hasCustomPrompt="1"/>
          </p:nvPr>
        </p:nvSpPr>
        <p:spPr>
          <a:xfrm>
            <a:off x="762000" y="609600"/>
            <a:ext cx="10401300" cy="660400"/>
          </a:xfrm>
        </p:spPr>
        <p:txBody>
          <a:bodyPr anchor="ctr" anchorCtr="0">
            <a:normAutofit/>
          </a:bodyPr>
          <a:lstStyle>
            <a:lvl1pPr>
              <a:defRPr kumimoji="0" lang="en-US" sz="3600" b="1" i="0" u="none" strike="noStrike" kern="0" cap="none" spc="200" normalizeH="0" baseline="0" noProof="1">
                <a:solidFill>
                  <a:srgbClr val="FFFFFF"/>
                </a:solidFill>
                <a:effectLst>
                  <a:outerShdw blurRad="38100" dist="38100" dir="2700000" algn="tl">
                    <a:srgbClr val="000000">
                      <a:alpha val="43137"/>
                    </a:srgbClr>
                  </a:outerShdw>
                </a:effectLst>
                <a:latin typeface="Noto Sans SC" panose="020B0200000000000000" charset="-122"/>
                <a:ea typeface="Noto Sans SC" panose="020B0200000000000000" charset="-122"/>
                <a:cs typeface="Noto Sans SC" panose="020B0200000000000000" charset="-122"/>
                <a:sym typeface="Noto Sans SC" panose="020B0200000000000000" charset="-122"/>
              </a:defRPr>
            </a:lvl1pPr>
          </a:lstStyle>
          <a:p>
            <a:r>
              <a:rPr lang="zh-CN" altLang="en-US" dirty="0"/>
              <a:t>【思考与讨论】</a:t>
            </a:r>
          </a:p>
        </p:txBody>
      </p:sp>
      <p:sp>
        <p:nvSpPr>
          <p:cNvPr id="3" name="内容占位符 2"/>
          <p:cNvSpPr>
            <a:spLocks noGrp="1"/>
          </p:cNvSpPr>
          <p:nvPr>
            <p:ph idx="1" hasCustomPrompt="1"/>
          </p:nvPr>
        </p:nvSpPr>
        <p:spPr>
          <a:xfrm>
            <a:off x="762000" y="4382135"/>
            <a:ext cx="10401300" cy="761365"/>
          </a:xfrm>
        </p:spPr>
        <p:txBody>
          <a:bodyPr>
            <a:normAutofit/>
          </a:bodyPr>
          <a:lstStyle>
            <a:lvl1pPr marL="0" indent="0" algn="ctr">
              <a:lnSpc>
                <a:spcPct val="100000"/>
              </a:lnSpc>
              <a:buClr>
                <a:srgbClr val="00E5FA"/>
              </a:buClr>
              <a:buNone/>
              <a:defRPr kumimoji="0" lang="en-US" sz="2800" b="0" i="0" u="none" strike="noStrike" kern="0" cap="none" spc="300" normalizeH="0" baseline="0" noProof="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defRPr>
            </a:lvl1pPr>
            <a:lvl2pPr>
              <a:lnSpc>
                <a:spcPct val="150000"/>
              </a:lnSpc>
              <a:buClr>
                <a:srgbClr val="00E5FA"/>
              </a:buClr>
              <a:defRPr sz="1800">
                <a:solidFill>
                  <a:schemeClr val="bg1"/>
                </a:solidFill>
              </a:defRPr>
            </a:lvl2pPr>
            <a:lvl3pPr>
              <a:lnSpc>
                <a:spcPct val="150000"/>
              </a:lnSpc>
              <a:buClr>
                <a:srgbClr val="00E5FA"/>
              </a:buClr>
              <a:defRPr sz="1600">
                <a:solidFill>
                  <a:schemeClr val="bg1"/>
                </a:solidFill>
              </a:defRPr>
            </a:lvl3pPr>
            <a:lvl4pPr>
              <a:lnSpc>
                <a:spcPct val="150000"/>
              </a:lnSpc>
              <a:buClr>
                <a:srgbClr val="00E5FA"/>
              </a:buClr>
              <a:defRPr sz="1600">
                <a:solidFill>
                  <a:schemeClr val="bg1"/>
                </a:solidFill>
              </a:defRPr>
            </a:lvl4pPr>
            <a:lvl5pPr>
              <a:lnSpc>
                <a:spcPct val="150000"/>
              </a:lnSpc>
              <a:buClr>
                <a:srgbClr val="00E5FA"/>
              </a:buClr>
              <a:defRPr sz="1600">
                <a:solidFill>
                  <a:schemeClr val="bg1"/>
                </a:solidFill>
              </a:defRPr>
            </a:lvl5pPr>
          </a:lstStyle>
          <a:p>
            <a:pPr lvl="0"/>
            <a:r>
              <a:rPr lang="zh-CN" altLang="en-US" dirty="0"/>
              <a:t>【提出一个开放性问题,引导学生思考】</a:t>
            </a:r>
          </a:p>
        </p:txBody>
      </p:sp>
      <p:sp>
        <p:nvSpPr>
          <p:cNvPr id="4" name="日期占位符 3"/>
          <p:cNvSpPr>
            <a:spLocks noGrp="1"/>
          </p:cNvSpPr>
          <p:nvPr>
            <p:ph type="dt" sz="half" idx="10"/>
          </p:nvPr>
        </p:nvSpPr>
        <p:spPr>
          <a:xfrm>
            <a:off x="8420100" y="6356350"/>
            <a:ext cx="2743200" cy="365125"/>
          </a:xfrm>
        </p:spPr>
        <p:txBody>
          <a:bodyPr/>
          <a:lstStyle>
            <a:lvl1pPr algn="r">
              <a:defRPr/>
            </a:lvl1pPr>
          </a:lstStyle>
          <a:p>
            <a:fld id="{760FBDFE-C587-4B4C-A407-44438C67B59E}" type="datetimeFigureOut">
              <a:rPr lang="zh-CN" altLang="en-US" smtClean="0"/>
              <a:t>2026/9/17</a:t>
            </a:fld>
            <a:endParaRPr lang="zh-CN" altLang="en-US"/>
          </a:p>
        </p:txBody>
      </p:sp>
      <p:sp>
        <p:nvSpPr>
          <p:cNvPr id="5" name="页脚占位符 4"/>
          <p:cNvSpPr>
            <a:spLocks noGrp="1"/>
          </p:cNvSpPr>
          <p:nvPr>
            <p:ph type="ftr" sz="quarter" idx="11"/>
          </p:nvPr>
        </p:nvSpPr>
        <p:spPr>
          <a:xfrm>
            <a:off x="3905250" y="6356350"/>
            <a:ext cx="4114800" cy="365125"/>
          </a:xfrm>
        </p:spPr>
        <p:txBody>
          <a:bodyPr/>
          <a:lstStyle/>
          <a:p>
            <a:endParaRPr lang="zh-CN" altLang="en-US"/>
          </a:p>
        </p:txBody>
      </p:sp>
      <p:sp>
        <p:nvSpPr>
          <p:cNvPr id="6" name="灯片编号占位符 5"/>
          <p:cNvSpPr>
            <a:spLocks noGrp="1"/>
          </p:cNvSpPr>
          <p:nvPr>
            <p:ph type="sldNum" sz="quarter" idx="12"/>
          </p:nvPr>
        </p:nvSpPr>
        <p:spPr>
          <a:xfrm>
            <a:off x="762000" y="6356350"/>
            <a:ext cx="2743200" cy="365125"/>
          </a:xfrm>
        </p:spPr>
        <p:txBody>
          <a:bodyPr/>
          <a:lstStyle>
            <a:lvl1pPr algn="l">
              <a:defRPr/>
            </a:lvl1pPr>
          </a:lstStyle>
          <a:p>
            <a:fld id="{49AE70B2-8BF9-45C0-BB95-33D1B9D3A854}" type="slidenum">
              <a:rPr lang="zh-CN" altLang="en-US" smtClean="0"/>
              <a:t>‹#›</a:t>
            </a:fld>
            <a:endParaRPr lang="en-US" altLang="zh-CN"/>
          </a:p>
        </p:txBody>
      </p:sp>
      <p:cxnSp>
        <p:nvCxnSpPr>
          <p:cNvPr id="16" name="Connector 16"/>
          <p:cNvCxnSpPr/>
          <p:nvPr userDrawn="1"/>
        </p:nvCxnSpPr>
        <p:spPr>
          <a:xfrm rot="-4092">
            <a:off x="762004" y="6216650"/>
            <a:ext cx="10668000" cy="12700"/>
          </a:xfrm>
          <a:prstGeom prst="straightConnector1">
            <a:avLst/>
          </a:prstGeom>
          <a:solidFill>
            <a:srgbClr val="DEE0E3">
              <a:alpha val="100000"/>
            </a:srgbClr>
          </a:solidFill>
          <a:ln w="12700" cap="flat" cmpd="sng">
            <a:solidFill>
              <a:srgbClr val="FFFFFF">
                <a:alpha val="20000"/>
              </a:srgbClr>
            </a:solidFill>
            <a:prstDash val="solid"/>
            <a:round/>
            <a:headEnd type="none" w="med" len="med"/>
            <a:tailEnd type="none" w="med" len="med"/>
          </a:ln>
        </p:spPr>
      </p:cxnSp>
      <p:sp>
        <p:nvSpPr>
          <p:cNvPr id="12" name="AutoShape 5"/>
          <p:cNvSpPr/>
          <p:nvPr userDrawn="1"/>
        </p:nvSpPr>
        <p:spPr>
          <a:xfrm>
            <a:off x="762000" y="1524000"/>
            <a:ext cx="10668000" cy="50800"/>
          </a:xfrm>
          <a:prstGeom prst="roundRect">
            <a:avLst>
              <a:gd name="adj" fmla="val 0"/>
            </a:avLst>
          </a:prstGeom>
          <a:gradFill rotWithShape="1">
            <a:gsLst>
              <a:gs pos="0">
                <a:srgbClr val="00E5FF">
                  <a:alpha val="0"/>
                </a:srgbClr>
              </a:gs>
              <a:gs pos="30000">
                <a:srgbClr val="00E5FF">
                  <a:alpha val="100000"/>
                </a:srgbClr>
              </a:gs>
              <a:gs pos="70000">
                <a:srgbClr val="00E5FF">
                  <a:alpha val="100000"/>
                </a:srgbClr>
              </a:gs>
              <a:gs pos="100000">
                <a:srgbClr val="00E5FF">
                  <a:alpha val="0"/>
                </a:srgbClr>
              </a:gs>
            </a:gsLst>
            <a:lin ang="0"/>
          </a:gradFill>
          <a:ln cap="flat" cmpd="sng">
            <a:gradFill rotWithShape="1">
              <a:gsLst>
                <a:gs pos="0">
                  <a:srgbClr val="00CEE6">
                    <a:alpha val="0"/>
                  </a:srgbClr>
                </a:gs>
                <a:gs pos="30000">
                  <a:srgbClr val="00CEE6">
                    <a:alpha val="100000"/>
                  </a:srgbClr>
                </a:gs>
                <a:gs pos="70000">
                  <a:srgbClr val="00CEE6">
                    <a:alpha val="100000"/>
                  </a:srgbClr>
                </a:gs>
                <a:gs pos="100000">
                  <a:srgbClr val="00CEE6">
                    <a:alpha val="0"/>
                  </a:srgbClr>
                </a:gs>
              </a:gsLst>
              <a:lin ang="0"/>
            </a:gradFill>
            <a:prstDash val="solid"/>
            <a:round/>
          </a:ln>
        </p:spPr>
        <p:txBody>
          <a:bodyPr vert="horz" wrap="square" lIns="63500" tIns="63500" rIns="63500" bIns="63500" rtlCol="0" anchor="ctr"/>
          <a:lstStyle/>
          <a:p>
            <a:pPr algn="ctr">
              <a:defRPr/>
            </a:pPr>
            <a:endParaRPr/>
          </a:p>
        </p:txBody>
      </p:sp>
      <p:sp>
        <p:nvSpPr>
          <p:cNvPr id="15" name="AutoShape 6"/>
          <p:cNvSpPr/>
          <p:nvPr userDrawn="1"/>
        </p:nvSpPr>
        <p:spPr>
          <a:xfrm>
            <a:off x="0" y="2032000"/>
            <a:ext cx="12192000" cy="2032000"/>
          </a:xfrm>
          <a:prstGeom prst="rect">
            <a:avLst/>
          </a:prstGeom>
          <a:noFill/>
          <a:ln w="12700" cap="flat" cmpd="sng">
            <a:noFill/>
            <a:prstDash val="solid"/>
            <a:round/>
          </a:ln>
          <a:effectLst>
            <a:outerShdw blurRad="571500" dir="5400000" algn="ctr" rotWithShape="0">
              <a:srgbClr val="69F0AE">
                <a:alpha val="55000"/>
              </a:srgbClr>
            </a:outerShdw>
          </a:effectLst>
        </p:spPr>
        <p:txBody>
          <a:bodyPr vert="horz" wrap="square" lIns="0" tIns="0" rIns="0" bIns="0" rtlCol="0" anchor="ctr" anchorCtr="0"/>
          <a:lstStyle/>
          <a:p>
            <a:pPr marL="0" indent="0" algn="ctr">
              <a:lnSpc>
                <a:spcPct val="92000"/>
              </a:lnSpc>
              <a:defRPr/>
            </a:pPr>
            <a:r>
              <a:rPr lang="en-US" sz="12000" b="1" i="0" u="none" strike="noStrike">
                <a:solidFill>
                  <a:srgbClr val="69F0AE"/>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a:p>
        </p:txBody>
      </p:sp>
      <p:sp>
        <p:nvSpPr>
          <p:cNvPr id="19" name="内容占位符 18"/>
          <p:cNvSpPr>
            <a:spLocks noGrp="1"/>
          </p:cNvSpPr>
          <p:nvPr>
            <p:ph idx="13" hasCustomPrompt="1"/>
          </p:nvPr>
        </p:nvSpPr>
        <p:spPr>
          <a:xfrm>
            <a:off x="762000" y="5398135"/>
            <a:ext cx="10401300" cy="405765"/>
          </a:xfrm>
        </p:spPr>
        <p:txBody>
          <a:bodyPr>
            <a:normAutofit/>
          </a:bodyPr>
          <a:lstStyle>
            <a:lvl1pPr marL="0" indent="0" algn="ctr">
              <a:lnSpc>
                <a:spcPct val="100000"/>
              </a:lnSpc>
              <a:buClr>
                <a:srgbClr val="00E5FA"/>
              </a:buClr>
              <a:buNone/>
              <a:defRPr kumimoji="0" lang="en-US" sz="1800" b="0" i="0" u="none" strike="noStrike" kern="0" cap="none" spc="200" normalizeH="0" baseline="0" noProof="1">
                <a:solidFill>
                  <a:srgbClr val="C8C8D2">
                    <a:alpha val="74902"/>
                  </a:srgbClr>
                </a:solidFill>
                <a:latin typeface="Noto Sans SC" panose="020B0200000000000000" charset="-122"/>
                <a:ea typeface="Noto Sans SC" panose="020B0200000000000000" charset="-122"/>
                <a:cs typeface="Noto Sans SC" panose="020B0200000000000000" charset="-122"/>
                <a:sym typeface="Noto Sans SC" panose="020B0200000000000000" charset="-122"/>
              </a:defRPr>
            </a:lvl1pPr>
            <a:lvl2pPr>
              <a:lnSpc>
                <a:spcPct val="150000"/>
              </a:lnSpc>
              <a:buClr>
                <a:srgbClr val="00E5FA"/>
              </a:buClr>
              <a:defRPr sz="1800">
                <a:solidFill>
                  <a:schemeClr val="bg1"/>
                </a:solidFill>
              </a:defRPr>
            </a:lvl2pPr>
            <a:lvl3pPr>
              <a:lnSpc>
                <a:spcPct val="150000"/>
              </a:lnSpc>
              <a:buClr>
                <a:srgbClr val="00E5FA"/>
              </a:buClr>
              <a:defRPr sz="1600">
                <a:solidFill>
                  <a:schemeClr val="bg1"/>
                </a:solidFill>
              </a:defRPr>
            </a:lvl3pPr>
            <a:lvl4pPr>
              <a:lnSpc>
                <a:spcPct val="150000"/>
              </a:lnSpc>
              <a:buClr>
                <a:srgbClr val="00E5FA"/>
              </a:buClr>
              <a:defRPr sz="1600">
                <a:solidFill>
                  <a:schemeClr val="bg1"/>
                </a:solidFill>
              </a:defRPr>
            </a:lvl4pPr>
            <a:lvl5pPr>
              <a:lnSpc>
                <a:spcPct val="150000"/>
              </a:lnSpc>
              <a:buClr>
                <a:srgbClr val="00E5FA"/>
              </a:buClr>
              <a:defRPr sz="1600">
                <a:solidFill>
                  <a:schemeClr val="bg1"/>
                </a:solidFill>
              </a:defRPr>
            </a:lvl5pPr>
          </a:lstStyle>
          <a:p>
            <a:pPr lvl="0"/>
            <a:r>
              <a:rPr lang="zh-CN" altLang="en-US" dirty="0"/>
              <a:t>【提示:可以分组讨论 / 举手回答 / 课后思考】</a:t>
            </a:r>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3751117"/>
            <a:ext cx="7321550" cy="811357"/>
          </a:xfrm>
        </p:spPr>
        <p:txBody>
          <a:bodyPr anchor="b">
            <a:normAutofit/>
          </a:bodyPr>
          <a:lstStyle>
            <a:lvl1pPr>
              <a:defRPr sz="4000">
                <a:effectLst>
                  <a:outerShdw blurRad="38100" dist="38100" dir="2700000" algn="tl">
                    <a:srgbClr val="000000">
                      <a:alpha val="43137"/>
                    </a:srgbClr>
                  </a:outerShdw>
                </a:effectLst>
              </a:defRPr>
            </a:lvl1pPr>
          </a:lstStyle>
          <a:p>
            <a:r>
              <a:rPr lang="zh-CN" altLang="en-US" dirty="0"/>
              <a:t>单击此处编辑母版标题样式</a:t>
            </a:r>
          </a:p>
        </p:txBody>
      </p:sp>
      <p:sp>
        <p:nvSpPr>
          <p:cNvPr id="3" name="文本占位符 2"/>
          <p:cNvSpPr>
            <a:spLocks noGrp="1"/>
          </p:cNvSpPr>
          <p:nvPr>
            <p:ph type="body" idx="1"/>
          </p:nvPr>
        </p:nvSpPr>
        <p:spPr>
          <a:xfrm>
            <a:off x="831850" y="4610028"/>
            <a:ext cx="7321550" cy="647555"/>
          </a:xfrm>
        </p:spPr>
        <p:txBody>
          <a:bodyPr>
            <a:normAutofit/>
          </a:bodyPr>
          <a:lstStyle>
            <a:lvl1pPr marL="0" indent="0">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p>
        </p:txBody>
      </p:sp>
      <p:sp>
        <p:nvSpPr>
          <p:cNvPr id="4" name="日期占位符 3"/>
          <p:cNvSpPr>
            <a:spLocks noGrp="1"/>
          </p:cNvSpPr>
          <p:nvPr>
            <p:ph type="dt" sz="half" idx="10"/>
          </p:nvPr>
        </p:nvSpPr>
        <p:spPr/>
        <p:txBody>
          <a:bodyPr/>
          <a:lstStyle/>
          <a:p>
            <a:fld id="{760FBDFE-C587-4B4C-A407-44438C67B59E}" type="datetimeFigureOut">
              <a:rPr lang="zh-CN" altLang="en-US" smtClean="0"/>
              <a:t>2026/9/17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ormAutofit/>
          </a:bodyPr>
          <a:lstStyle>
            <a:lvl1pPr>
              <a:defRPr sz="2400" b="1" i="0">
                <a:effectLst>
                  <a:outerShdw blurRad="38100" dist="38100" dir="2700000" algn="tl">
                    <a:srgbClr val="000000">
                      <a:alpha val="43137"/>
                    </a:srgbClr>
                  </a:outerShdw>
                </a:effectLst>
              </a:defRPr>
            </a:lvl1pPr>
          </a:lstStyle>
          <a:p>
            <a:r>
              <a:rPr lang="zh-CN" altLang="en-US" dirty="0"/>
              <a:t>单击此处编辑母版标题样式</a:t>
            </a:r>
          </a:p>
        </p:txBody>
      </p:sp>
      <p:sp>
        <p:nvSpPr>
          <p:cNvPr id="3" name="内容占位符 2"/>
          <p:cNvSpPr>
            <a:spLocks noGrp="1"/>
          </p:cNvSpPr>
          <p:nvPr>
            <p:ph sz="half" idx="1"/>
          </p:nvPr>
        </p:nvSpPr>
        <p:spPr>
          <a:xfrm>
            <a:off x="647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5981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nvPr>
        </p:nvSpPr>
        <p:spPr/>
        <p:txBody>
          <a:bodyPr/>
          <a:lstStyle/>
          <a:p>
            <a:fld id="{760FBDFE-C587-4B4C-A407-44438C67B59E}" type="datetimeFigureOut">
              <a:rPr lang="zh-CN" altLang="en-US" smtClean="0"/>
              <a:t>2026/9/17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508635" y="508000"/>
            <a:ext cx="10847070" cy="661035"/>
          </a:xfrm>
        </p:spPr>
        <p:txBody>
          <a:bodyPr/>
          <a:lstStyle>
            <a:lvl1pPr marL="0" marR="0" lvl="0" algn="l" defTabSz="914400" rtl="0" eaLnBrk="1" fontAlgn="auto" latinLnBrk="0" hangingPunct="1">
              <a:lnSpc>
                <a:spcPct val="90000"/>
              </a:lnSpc>
              <a:spcBef>
                <a:spcPct val="0"/>
              </a:spcBef>
              <a:buClrTx/>
              <a:buSzTx/>
              <a:buFontTx/>
              <a:buNone/>
              <a:defRPr kumimoji="0" lang="zh-CN" altLang="en-US" sz="3600" b="1" i="0" u="none" strike="noStrike" kern="0" cap="none" spc="200" normalizeH="0" baseline="0" noProof="1" dirty="0">
                <a:solidFill>
                  <a:srgbClr val="FFFFFF"/>
                </a:solidFill>
                <a:effectLst>
                  <a:outerShdw blurRad="38100" dist="38100" dir="2700000" algn="tl">
                    <a:srgbClr val="000000">
                      <a:alpha val="43137"/>
                    </a:srgbClr>
                  </a:outerShdw>
                </a:effectLst>
                <a:latin typeface="Noto Sans SC" panose="020B0200000000000000" charset="-122"/>
                <a:ea typeface="Noto Sans SC" panose="020B0200000000000000" charset="-122"/>
                <a:cs typeface="Noto Sans SC" panose="020B0200000000000000" charset="-122"/>
              </a:defRPr>
            </a:lvl1pPr>
          </a:lstStyle>
          <a:p>
            <a:r>
              <a:rPr lang="zh-CN" altLang="en-US"/>
              <a:t>单击此处编辑母版标题样式</a:t>
            </a:r>
          </a:p>
        </p:txBody>
      </p:sp>
      <p:sp>
        <p:nvSpPr>
          <p:cNvPr id="3" name="文本占位符 2"/>
          <p:cNvSpPr>
            <a:spLocks noGrp="1"/>
          </p:cNvSpPr>
          <p:nvPr>
            <p:ph type="body" idx="1"/>
          </p:nvPr>
        </p:nvSpPr>
        <p:spPr>
          <a:xfrm>
            <a:off x="762635" y="1904365"/>
            <a:ext cx="5234940" cy="508635"/>
          </a:xfrm>
        </p:spPr>
        <p:txBody>
          <a:bodyPr anchor="b"/>
          <a:lstStyle>
            <a:lvl1pPr marL="0" indent="0">
              <a:buNone/>
              <a:defRPr kumimoji="0" lang="en-US" sz="2400" b="1" i="0" u="none" strike="noStrike" kern="1200" cap="none" spc="0" normalizeH="0" baseline="0" noProof="1">
                <a:solidFill>
                  <a:srgbClr val="00E5FF"/>
                </a:solidFill>
                <a:latin typeface="Noto Sans SC" panose="020B0200000000000000" charset="-122"/>
                <a:ea typeface="Noto Sans SC" panose="020B0200000000000000" charset="-122"/>
                <a:cs typeface="Noto Sans SC" panose="020B0200000000000000" charset="-122"/>
                <a:sym typeface="Noto Sans SC" panose="020B0200000000000000"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4" name="内容占位符 3"/>
          <p:cNvSpPr>
            <a:spLocks noGrp="1"/>
          </p:cNvSpPr>
          <p:nvPr>
            <p:ph sz="half" idx="2"/>
          </p:nvPr>
        </p:nvSpPr>
        <p:spPr>
          <a:xfrm>
            <a:off x="762635" y="2480310"/>
            <a:ext cx="5234940" cy="3709035"/>
          </a:xfrm>
        </p:spPr>
        <p:txBody>
          <a:bodyPr/>
          <a:lstStyle>
            <a:lvl1pPr>
              <a:lnSpc>
                <a:spcPct val="150000"/>
              </a:lnSpc>
              <a:buClr>
                <a:srgbClr val="00E5FF"/>
              </a:buClr>
              <a:defRPr/>
            </a:lvl1pPr>
            <a:lvl2pPr>
              <a:lnSpc>
                <a:spcPct val="150000"/>
              </a:lnSpc>
              <a:buClr>
                <a:srgbClr val="00E5FF"/>
              </a:buClr>
              <a:defRPr/>
            </a:lvl2pPr>
            <a:lvl3pPr>
              <a:lnSpc>
                <a:spcPct val="150000"/>
              </a:lnSpc>
              <a:buClr>
                <a:srgbClr val="00E5FF"/>
              </a:buClr>
              <a:defRPr/>
            </a:lvl3pPr>
            <a:lvl4pPr>
              <a:lnSpc>
                <a:spcPct val="150000"/>
              </a:lnSpc>
              <a:buClr>
                <a:srgbClr val="00E5FF"/>
              </a:buClr>
              <a:defRPr/>
            </a:lvl4pPr>
            <a:lvl5pPr>
              <a:lnSpc>
                <a:spcPct val="150000"/>
              </a:lnSpc>
              <a:buClr>
                <a:srgbClr val="00E5FF"/>
              </a:buClr>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文本占位符 4"/>
          <p:cNvSpPr>
            <a:spLocks noGrp="1"/>
          </p:cNvSpPr>
          <p:nvPr>
            <p:ph type="body" sz="quarter" idx="3"/>
          </p:nvPr>
        </p:nvSpPr>
        <p:spPr>
          <a:xfrm>
            <a:off x="6604635" y="1903730"/>
            <a:ext cx="5079365" cy="509905"/>
          </a:xfrm>
        </p:spPr>
        <p:txBody>
          <a:bodyPr anchor="b"/>
          <a:lstStyle>
            <a:lvl1pPr marL="0" indent="0">
              <a:buNone/>
              <a:defRPr kumimoji="0" lang="en-US" sz="2400" b="1" i="0" u="none" strike="noStrike" kern="0" cap="none" spc="0" normalizeH="0" baseline="0" noProof="1">
                <a:solidFill>
                  <a:srgbClr val="B388FF"/>
                </a:solidFill>
                <a:latin typeface="Noto Sans SC" panose="020B0200000000000000" charset="-122"/>
                <a:ea typeface="Noto Sans SC" panose="020B0200000000000000" charset="-122"/>
                <a:cs typeface="Noto Sans SC" panose="020B0200000000000000" charset="-122"/>
                <a:sym typeface="Noto Sans SC" panose="020B0200000000000000"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6" name="内容占位符 5"/>
          <p:cNvSpPr>
            <a:spLocks noGrp="1"/>
          </p:cNvSpPr>
          <p:nvPr>
            <p:ph sz="quarter" idx="4"/>
          </p:nvPr>
        </p:nvSpPr>
        <p:spPr>
          <a:xfrm>
            <a:off x="6604635" y="2480310"/>
            <a:ext cx="5078730" cy="3709035"/>
          </a:xfrm>
        </p:spPr>
        <p:txBody>
          <a:bodyPr/>
          <a:lstStyle>
            <a:lvl1pPr>
              <a:lnSpc>
                <a:spcPct val="150000"/>
              </a:lnSpc>
              <a:buClr>
                <a:srgbClr val="B388FF"/>
              </a:buClr>
              <a:defRPr/>
            </a:lvl1pPr>
            <a:lvl2pPr>
              <a:lnSpc>
                <a:spcPct val="150000"/>
              </a:lnSpc>
              <a:buClr>
                <a:srgbClr val="B388FF"/>
              </a:buClr>
              <a:defRPr/>
            </a:lvl2pPr>
            <a:lvl3pPr>
              <a:lnSpc>
                <a:spcPct val="150000"/>
              </a:lnSpc>
              <a:buClr>
                <a:srgbClr val="B388FF"/>
              </a:buClr>
              <a:defRPr/>
            </a:lvl3pPr>
            <a:lvl4pPr>
              <a:lnSpc>
                <a:spcPct val="150000"/>
              </a:lnSpc>
              <a:buClr>
                <a:srgbClr val="B388FF"/>
              </a:buClr>
              <a:defRPr/>
            </a:lvl4pPr>
            <a:lvl5pPr>
              <a:lnSpc>
                <a:spcPct val="150000"/>
              </a:lnSpc>
              <a:buClr>
                <a:srgbClr val="B388FF"/>
              </a:buClr>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 name="AutoShape 2"/>
          <p:cNvSpPr/>
          <p:nvPr userDrawn="1"/>
        </p:nvSpPr>
        <p:spPr>
          <a:xfrm>
            <a:off x="-2286000" y="-2286000"/>
            <a:ext cx="4826000" cy="4826000"/>
          </a:xfrm>
          <a:prstGeom prst="ellipse">
            <a:avLst/>
          </a:prstGeom>
          <a:gradFill rotWithShape="1">
            <a:gsLst>
              <a:gs pos="0">
                <a:srgbClr val="00E5FF">
                  <a:alpha val="10000"/>
                </a:srgbClr>
              </a:gs>
              <a:gs pos="70000">
                <a:srgbClr val="00E5FF">
                  <a:alpha val="0"/>
                </a:srgbClr>
              </a:gs>
            </a:gsLst>
            <a:path path="circle">
              <a:fillToRect l="50000" t="50000" r="50000" b="50000"/>
            </a:path>
            <a:tileRect/>
          </a:gradFill>
          <a:ln w="25400" cap="flat" cmpd="sng">
            <a:noFill/>
            <a:prstDash val="solid"/>
            <a:round/>
          </a:ln>
        </p:spPr>
        <p:txBody>
          <a:bodyPr vert="horz" wrap="square" lIns="63500" tIns="63500" rIns="63500" bIns="63500" rtlCol="0" anchor="ctr"/>
          <a:lstStyle/>
          <a:p>
            <a:pPr algn="ctr">
              <a:defRPr/>
            </a:pPr>
            <a:endParaRPr/>
          </a:p>
        </p:txBody>
      </p:sp>
      <p:sp>
        <p:nvSpPr>
          <p:cNvPr id="11" name="AutoShape 3"/>
          <p:cNvSpPr/>
          <p:nvPr userDrawn="1"/>
        </p:nvSpPr>
        <p:spPr>
          <a:xfrm>
            <a:off x="9398000" y="4318000"/>
            <a:ext cx="4826000" cy="4826000"/>
          </a:xfrm>
          <a:prstGeom prst="ellipse">
            <a:avLst/>
          </a:prstGeom>
          <a:gradFill rotWithShape="1">
            <a:gsLst>
              <a:gs pos="0">
                <a:srgbClr val="B388FF">
                  <a:alpha val="10000"/>
                </a:srgbClr>
              </a:gs>
              <a:gs pos="70000">
                <a:srgbClr val="B388FF">
                  <a:alpha val="0"/>
                </a:srgbClr>
              </a:gs>
            </a:gsLst>
            <a:path path="circle">
              <a:fillToRect l="50000" t="50000" r="50000" b="50000"/>
            </a:path>
            <a:tileRect/>
          </a:gradFill>
          <a:ln w="25400" cap="flat" cmpd="sng">
            <a:noFill/>
            <a:prstDash val="solid"/>
            <a:round/>
          </a:ln>
        </p:spPr>
        <p:txBody>
          <a:bodyPr vert="horz" wrap="square" lIns="63500" tIns="63500" rIns="63500" bIns="63500" rtlCol="0" anchor="ctr"/>
          <a:lstStyle/>
          <a:p>
            <a:pPr algn="ctr">
              <a:defRPr/>
            </a:pPr>
            <a:endParaRPr/>
          </a:p>
        </p:txBody>
      </p:sp>
      <p:sp>
        <p:nvSpPr>
          <p:cNvPr id="12" name="AutoShape 11"/>
          <p:cNvSpPr/>
          <p:nvPr userDrawn="1"/>
        </p:nvSpPr>
        <p:spPr>
          <a:xfrm>
            <a:off x="762000" y="5740400"/>
            <a:ext cx="482600" cy="482600"/>
          </a:xfrm>
          <a:prstGeom prst="ellipse">
            <a:avLst/>
          </a:prstGeom>
          <a:solidFill>
            <a:srgbClr val="00E5FF">
              <a:alpha val="0"/>
            </a:srgbClr>
          </a:solidFill>
          <a:ln w="25400" cap="flat" cmpd="sng">
            <a:solidFill>
              <a:srgbClr val="00E5FF">
                <a:alpha val="55000"/>
              </a:srgbClr>
            </a:solidFill>
            <a:prstDash val="solid"/>
            <a:round/>
          </a:ln>
        </p:spPr>
        <p:txBody>
          <a:bodyPr vert="horz" wrap="square" lIns="63500" tIns="63500" rIns="63500" bIns="63500" rtlCol="0" anchor="ctr"/>
          <a:lstStyle/>
          <a:p>
            <a:pPr algn="ctr">
              <a:defRPr/>
            </a:pPr>
            <a:endParaRPr/>
          </a:p>
        </p:txBody>
      </p:sp>
      <p:sp>
        <p:nvSpPr>
          <p:cNvPr id="13" name="AutoShape 12"/>
          <p:cNvSpPr/>
          <p:nvPr userDrawn="1"/>
        </p:nvSpPr>
        <p:spPr>
          <a:xfrm>
            <a:off x="1397000" y="5740400"/>
            <a:ext cx="279400" cy="279400"/>
          </a:xfrm>
          <a:prstGeom prst="ellipse">
            <a:avLst/>
          </a:prstGeom>
          <a:solidFill>
            <a:srgbClr val="00E5FF">
              <a:alpha val="18000"/>
            </a:srgbClr>
          </a:solidFill>
          <a:ln w="12700" cap="flat" cmpd="sng">
            <a:solidFill>
              <a:srgbClr val="00E5FF">
                <a:alpha val="35000"/>
              </a:srgbClr>
            </a:solidFill>
            <a:prstDash val="solid"/>
            <a:round/>
          </a:ln>
        </p:spPr>
        <p:txBody>
          <a:bodyPr vert="horz" wrap="square" lIns="63500" tIns="63500" rIns="63500" bIns="63500" rtlCol="0" anchor="ctr"/>
          <a:lstStyle/>
          <a:p>
            <a:pPr algn="ctr">
              <a:defRPr/>
            </a:pPr>
            <a:endParaRPr/>
          </a:p>
        </p:txBody>
      </p:sp>
      <p:sp>
        <p:nvSpPr>
          <p:cNvPr id="17" name="AutoShape 17"/>
          <p:cNvSpPr/>
          <p:nvPr userDrawn="1"/>
        </p:nvSpPr>
        <p:spPr>
          <a:xfrm rot="2700000">
            <a:off x="6604000" y="5740400"/>
            <a:ext cx="431800" cy="431800"/>
          </a:xfrm>
          <a:prstGeom prst="roundRect">
            <a:avLst>
              <a:gd name="adj" fmla="val 0"/>
            </a:avLst>
          </a:prstGeom>
          <a:solidFill>
            <a:srgbClr val="B388FF">
              <a:alpha val="0"/>
            </a:srgbClr>
          </a:solidFill>
          <a:ln w="25400" cap="flat" cmpd="sng">
            <a:solidFill>
              <a:srgbClr val="B388FF">
                <a:alpha val="55000"/>
              </a:srgbClr>
            </a:solidFill>
            <a:prstDash val="solid"/>
            <a:round/>
          </a:ln>
        </p:spPr>
        <p:txBody>
          <a:bodyPr vert="horz" wrap="square" lIns="63500" tIns="63500" rIns="63500" bIns="63500" rtlCol="0" anchor="ctr"/>
          <a:lstStyle/>
          <a:p>
            <a:pPr algn="ctr">
              <a:defRPr/>
            </a:pPr>
            <a:endParaRPr/>
          </a:p>
        </p:txBody>
      </p:sp>
      <p:sp>
        <p:nvSpPr>
          <p:cNvPr id="18" name="AutoShape 18"/>
          <p:cNvSpPr/>
          <p:nvPr userDrawn="1"/>
        </p:nvSpPr>
        <p:spPr>
          <a:xfrm rot="2700000">
            <a:off x="7264400" y="5816600"/>
            <a:ext cx="279400" cy="279400"/>
          </a:xfrm>
          <a:prstGeom prst="roundRect">
            <a:avLst>
              <a:gd name="adj" fmla="val 0"/>
            </a:avLst>
          </a:prstGeom>
          <a:solidFill>
            <a:srgbClr val="B388FF">
              <a:alpha val="18000"/>
            </a:srgbClr>
          </a:solidFill>
          <a:ln w="12700" cap="flat" cmpd="sng">
            <a:solidFill>
              <a:srgbClr val="B388FF">
                <a:alpha val="35000"/>
              </a:srgbClr>
            </a:solidFill>
            <a:prstDash val="solid"/>
            <a:round/>
          </a:ln>
        </p:spPr>
        <p:txBody>
          <a:bodyPr vert="horz" wrap="square" lIns="63500" tIns="63500" rIns="63500" bIns="63500" rtlCol="0" anchor="ctr"/>
          <a:lstStyle/>
          <a:p>
            <a:pPr algn="ctr">
              <a:defRPr/>
            </a:pPr>
            <a:endParaRPr/>
          </a:p>
        </p:txBody>
      </p:sp>
      <p:cxnSp>
        <p:nvCxnSpPr>
          <p:cNvPr id="15" name="Connector 6"/>
          <p:cNvCxnSpPr/>
          <p:nvPr userDrawn="1"/>
        </p:nvCxnSpPr>
        <p:spPr>
          <a:xfrm rot="5388540">
            <a:off x="4191000" y="3676661"/>
            <a:ext cx="3810000" cy="12700"/>
          </a:xfrm>
          <a:prstGeom prst="straightConnector1">
            <a:avLst/>
          </a:prstGeom>
          <a:solidFill>
            <a:srgbClr val="DEE0E3">
              <a:alpha val="100000"/>
            </a:srgbClr>
          </a:solidFill>
          <a:ln w="12700" cap="flat" cmpd="sng">
            <a:solidFill>
              <a:srgbClr val="FFFFFF">
                <a:alpha val="18000"/>
              </a:srgbClr>
            </a:solidFill>
            <a:prstDash val="solid"/>
            <a:round/>
            <a:headEnd type="none" w="med" len="med"/>
            <a:tailEnd type="none" w="med" len="med"/>
          </a:ln>
        </p:spPr>
      </p:cxnSp>
      <p:sp>
        <p:nvSpPr>
          <p:cNvPr id="19" name="AutoShape 5"/>
          <p:cNvSpPr/>
          <p:nvPr userDrawn="1"/>
        </p:nvSpPr>
        <p:spPr>
          <a:xfrm>
            <a:off x="508000" y="1295400"/>
            <a:ext cx="11176000" cy="50800"/>
          </a:xfrm>
          <a:prstGeom prst="roundRect">
            <a:avLst>
              <a:gd name="adj" fmla="val 0"/>
            </a:avLst>
          </a:prstGeom>
          <a:gradFill rotWithShape="1">
            <a:gsLst>
              <a:gs pos="0">
                <a:srgbClr val="00E5FF">
                  <a:alpha val="100000"/>
                </a:srgbClr>
              </a:gs>
              <a:gs pos="45000">
                <a:srgbClr val="00E5FF">
                  <a:alpha val="35000"/>
                </a:srgbClr>
              </a:gs>
              <a:gs pos="100000">
                <a:srgbClr val="00E5FF">
                  <a:alpha val="0"/>
                </a:srgbClr>
              </a:gs>
            </a:gsLst>
            <a:lin ang="0"/>
          </a:gradFill>
          <a:ln w="25400" cap="flat" cmpd="sng">
            <a:noFill/>
            <a:prstDash val="solid"/>
            <a:round/>
          </a:ln>
        </p:spPr>
        <p:txBody>
          <a:bodyPr vert="horz" wrap="square" lIns="63500" tIns="63500" rIns="63500" bIns="63500" rtlCol="0" anchor="ctr"/>
          <a:lstStyle/>
          <a:p>
            <a:pPr algn="ctr">
              <a:defRPr/>
            </a:pPr>
            <a:endParaRPr/>
          </a:p>
        </p:txBody>
      </p:sp>
      <p:sp>
        <p:nvSpPr>
          <p:cNvPr id="23" name="灯片编号占位符 22"/>
          <p:cNvSpPr>
            <a:spLocks noGrp="1"/>
          </p:cNvSpPr>
          <p:nvPr>
            <p:ph type="sldNum" sz="quarter" idx="12"/>
          </p:nvPr>
        </p:nvSpPr>
        <p:spPr>
          <a:xfrm>
            <a:off x="4724400" y="6356350"/>
            <a:ext cx="2743200" cy="365125"/>
          </a:xfrm>
        </p:spPr>
        <p:txBody>
          <a:bodyPr/>
          <a:lstStyle>
            <a:lvl1pPr algn="ctr">
              <a:defRPr/>
            </a:lvl1pPr>
          </a:lstStyle>
          <a:p>
            <a:fld id="{49AE70B2-8BF9-45C0-BB95-33D1B9D3A854}" type="slidenum">
              <a:rPr lang="zh-CN" altLang="en-US" smtClean="0"/>
              <a:t>‹#›</a:t>
            </a:fld>
            <a:endParaRPr lang="en-US" altLang="zh-CN"/>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1_比较">
    <p:spTree>
      <p:nvGrpSpPr>
        <p:cNvPr id="1" name=""/>
        <p:cNvGrpSpPr/>
        <p:nvPr/>
      </p:nvGrpSpPr>
      <p:grpSpPr>
        <a:xfrm>
          <a:off x="0" y="0"/>
          <a:ext cx="0" cy="0"/>
          <a:chOff x="0" y="0"/>
          <a:chExt cx="0" cy="0"/>
        </a:xfrm>
      </p:grpSpPr>
      <p:sp>
        <p:nvSpPr>
          <p:cNvPr id="2" name="标题 1"/>
          <p:cNvSpPr>
            <a:spLocks noGrp="1"/>
          </p:cNvSpPr>
          <p:nvPr>
            <p:ph type="title"/>
          </p:nvPr>
        </p:nvSpPr>
        <p:spPr>
          <a:xfrm>
            <a:off x="508635" y="508000"/>
            <a:ext cx="10847070" cy="661035"/>
          </a:xfrm>
        </p:spPr>
        <p:txBody>
          <a:bodyPr/>
          <a:lstStyle>
            <a:lvl1pPr marL="0" marR="0" lvl="0" algn="l" defTabSz="914400" rtl="0" eaLnBrk="1" fontAlgn="auto" latinLnBrk="0" hangingPunct="1">
              <a:lnSpc>
                <a:spcPct val="90000"/>
              </a:lnSpc>
              <a:spcBef>
                <a:spcPct val="0"/>
              </a:spcBef>
              <a:buClrTx/>
              <a:buSzTx/>
              <a:buFontTx/>
              <a:buNone/>
              <a:defRPr kumimoji="0" lang="zh-CN" altLang="en-US" sz="3600" b="1" i="0" u="none" strike="noStrike" kern="0" cap="none" spc="200" normalizeH="0" baseline="0" noProof="1">
                <a:solidFill>
                  <a:srgbClr val="FFFFFF"/>
                </a:solidFill>
                <a:effectLst>
                  <a:outerShdw blurRad="38100" dist="38100" dir="2700000" algn="tl">
                    <a:srgbClr val="000000">
                      <a:alpha val="43137"/>
                    </a:srgbClr>
                  </a:outerShdw>
                </a:effectLst>
                <a:latin typeface="Noto Sans SC" panose="020B0200000000000000" charset="-122"/>
                <a:ea typeface="Noto Sans SC" panose="020B0200000000000000" charset="-122"/>
                <a:cs typeface="Noto Sans SC" panose="020B0200000000000000" charset="-122"/>
              </a:defRPr>
            </a:lvl1pPr>
          </a:lstStyle>
          <a:p>
            <a:r>
              <a:rPr lang="zh-CN" altLang="en-US"/>
              <a:t>单击此处编辑母版标题样式</a:t>
            </a:r>
          </a:p>
        </p:txBody>
      </p:sp>
      <p:sp>
        <p:nvSpPr>
          <p:cNvPr id="10" name="AutoShape 2"/>
          <p:cNvSpPr/>
          <p:nvPr userDrawn="1"/>
        </p:nvSpPr>
        <p:spPr>
          <a:xfrm>
            <a:off x="-2286000" y="-2286000"/>
            <a:ext cx="4826000" cy="4826000"/>
          </a:xfrm>
          <a:prstGeom prst="ellipse">
            <a:avLst/>
          </a:prstGeom>
          <a:gradFill rotWithShape="1">
            <a:gsLst>
              <a:gs pos="0">
                <a:srgbClr val="00E5FF">
                  <a:alpha val="10000"/>
                </a:srgbClr>
              </a:gs>
              <a:gs pos="70000">
                <a:srgbClr val="00E5FF">
                  <a:alpha val="0"/>
                </a:srgbClr>
              </a:gs>
            </a:gsLst>
            <a:path path="circle">
              <a:fillToRect l="50000" t="50000" r="50000" b="50000"/>
            </a:path>
            <a:tileRect/>
          </a:gradFill>
          <a:ln w="25400" cap="flat" cmpd="sng">
            <a:noFill/>
            <a:prstDash val="solid"/>
            <a:round/>
          </a:ln>
        </p:spPr>
        <p:txBody>
          <a:bodyPr vert="horz" wrap="square" lIns="63500" tIns="63500" rIns="63500" bIns="63500" rtlCol="0" anchor="ctr"/>
          <a:lstStyle/>
          <a:p>
            <a:pPr algn="ctr">
              <a:defRPr/>
            </a:pPr>
            <a:endParaRPr/>
          </a:p>
        </p:txBody>
      </p:sp>
      <p:sp>
        <p:nvSpPr>
          <p:cNvPr id="11" name="AutoShape 3"/>
          <p:cNvSpPr/>
          <p:nvPr userDrawn="1"/>
        </p:nvSpPr>
        <p:spPr>
          <a:xfrm>
            <a:off x="9398000" y="4318000"/>
            <a:ext cx="4826000" cy="4826000"/>
          </a:xfrm>
          <a:prstGeom prst="ellipse">
            <a:avLst/>
          </a:prstGeom>
          <a:gradFill rotWithShape="1">
            <a:gsLst>
              <a:gs pos="0">
                <a:srgbClr val="B388FF">
                  <a:alpha val="10000"/>
                </a:srgbClr>
              </a:gs>
              <a:gs pos="70000">
                <a:srgbClr val="B388FF">
                  <a:alpha val="0"/>
                </a:srgbClr>
              </a:gs>
            </a:gsLst>
            <a:path path="circle">
              <a:fillToRect l="50000" t="50000" r="50000" b="50000"/>
            </a:path>
            <a:tileRect/>
          </a:gradFill>
          <a:ln w="25400" cap="flat" cmpd="sng">
            <a:noFill/>
            <a:prstDash val="solid"/>
            <a:round/>
          </a:ln>
        </p:spPr>
        <p:txBody>
          <a:bodyPr vert="horz" wrap="square" lIns="63500" tIns="63500" rIns="63500" bIns="63500" rtlCol="0" anchor="ctr"/>
          <a:lstStyle/>
          <a:p>
            <a:pPr algn="ctr">
              <a:defRPr/>
            </a:pPr>
            <a:endParaRPr/>
          </a:p>
        </p:txBody>
      </p:sp>
      <p:sp>
        <p:nvSpPr>
          <p:cNvPr id="19" name="AutoShape 5"/>
          <p:cNvSpPr/>
          <p:nvPr userDrawn="1"/>
        </p:nvSpPr>
        <p:spPr>
          <a:xfrm>
            <a:off x="508000" y="1295400"/>
            <a:ext cx="11176000" cy="50800"/>
          </a:xfrm>
          <a:prstGeom prst="roundRect">
            <a:avLst>
              <a:gd name="adj" fmla="val 0"/>
            </a:avLst>
          </a:prstGeom>
          <a:gradFill rotWithShape="1">
            <a:gsLst>
              <a:gs pos="0">
                <a:srgbClr val="00E5FF">
                  <a:alpha val="100000"/>
                </a:srgbClr>
              </a:gs>
              <a:gs pos="45000">
                <a:srgbClr val="00E5FF">
                  <a:alpha val="35000"/>
                </a:srgbClr>
              </a:gs>
              <a:gs pos="100000">
                <a:srgbClr val="00E5FF">
                  <a:alpha val="0"/>
                </a:srgbClr>
              </a:gs>
            </a:gsLst>
            <a:lin ang="0"/>
          </a:gradFill>
          <a:ln w="25400" cap="flat" cmpd="sng">
            <a:noFill/>
            <a:prstDash val="solid"/>
            <a:round/>
          </a:ln>
        </p:spPr>
        <p:txBody>
          <a:bodyPr vert="horz" wrap="square" lIns="63500" tIns="63500" rIns="63500" bIns="63500" rtlCol="0" anchor="ctr"/>
          <a:lstStyle/>
          <a:p>
            <a:pPr algn="ctr">
              <a:defRPr/>
            </a:pPr>
            <a:endParaRPr/>
          </a:p>
        </p:txBody>
      </p:sp>
      <p:sp>
        <p:nvSpPr>
          <p:cNvPr id="23" name="灯片编号占位符 22"/>
          <p:cNvSpPr>
            <a:spLocks noGrp="1"/>
          </p:cNvSpPr>
          <p:nvPr>
            <p:ph type="sldNum" sz="quarter" idx="12"/>
          </p:nvPr>
        </p:nvSpPr>
        <p:spPr>
          <a:xfrm>
            <a:off x="4724400" y="6356350"/>
            <a:ext cx="2743200" cy="365125"/>
          </a:xfrm>
        </p:spPr>
        <p:txBody>
          <a:bodyPr/>
          <a:lstStyle>
            <a:lvl1pPr algn="ctr">
              <a:defRPr/>
            </a:lvl1pPr>
          </a:lstStyle>
          <a:p>
            <a:fld id="{49AE70B2-8BF9-45C0-BB95-33D1B9D3A854}" type="slidenum">
              <a:rPr lang="zh-CN" altLang="en-US" smtClean="0"/>
              <a:t>‹#›</a:t>
            </a:fld>
            <a:endParaRPr lang="en-US" altLang="zh-CN"/>
          </a:p>
        </p:txBody>
      </p:sp>
      <p:cxnSp>
        <p:nvCxnSpPr>
          <p:cNvPr id="7" name="Connector 7"/>
          <p:cNvCxnSpPr/>
          <p:nvPr userDrawn="1"/>
        </p:nvCxnSpPr>
        <p:spPr>
          <a:xfrm rot="5388145">
            <a:off x="2374900" y="3867161"/>
            <a:ext cx="3683000" cy="12700"/>
          </a:xfrm>
          <a:prstGeom prst="straightConnector1">
            <a:avLst/>
          </a:prstGeom>
          <a:solidFill>
            <a:srgbClr val="DEE0E3">
              <a:alpha val="100000"/>
            </a:srgbClr>
          </a:solidFill>
          <a:ln w="12700" cap="flat" cmpd="sng">
            <a:solidFill>
              <a:srgbClr val="FFFFFF">
                <a:alpha val="12000"/>
              </a:srgbClr>
            </a:solidFill>
            <a:prstDash val="solid"/>
            <a:round/>
            <a:headEnd type="none" w="med" len="med"/>
            <a:tailEnd type="none" w="med" len="med"/>
          </a:ln>
        </p:spPr>
      </p:cxnSp>
      <p:cxnSp>
        <p:nvCxnSpPr>
          <p:cNvPr id="8" name="Connector 8"/>
          <p:cNvCxnSpPr/>
          <p:nvPr userDrawn="1"/>
        </p:nvCxnSpPr>
        <p:spPr>
          <a:xfrm rot="5388145">
            <a:off x="6134100" y="3867161"/>
            <a:ext cx="3683000" cy="12700"/>
          </a:xfrm>
          <a:prstGeom prst="straightConnector1">
            <a:avLst/>
          </a:prstGeom>
          <a:solidFill>
            <a:srgbClr val="DEE0E3">
              <a:alpha val="100000"/>
            </a:srgbClr>
          </a:solidFill>
          <a:ln w="12700" cap="flat" cmpd="sng">
            <a:solidFill>
              <a:srgbClr val="FFFFFF">
                <a:alpha val="12000"/>
              </a:srgbClr>
            </a:solidFill>
            <a:prstDash val="solid"/>
            <a:round/>
            <a:headEnd type="none" w="med" len="med"/>
            <a:tailEnd type="none" w="med" len="med"/>
          </a:ln>
        </p:spPr>
      </p:cxn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5588635" y="1651635"/>
            <a:ext cx="5967730" cy="2440305"/>
          </a:xfrm>
        </p:spPr>
        <p:txBody>
          <a:bodyPr anchor="b" anchorCtr="0">
            <a:normAutofit/>
          </a:bodyPr>
          <a:lstStyle>
            <a:lvl1pPr algn="ctr">
              <a:defRPr sz="4800" b="0">
                <a:effectLst>
                  <a:outerShdw blurRad="38100" dist="38100" dir="2700000" algn="tl">
                    <a:srgbClr val="000000">
                      <a:alpha val="43137"/>
                    </a:srgbClr>
                  </a:outerShdw>
                </a:effectLst>
              </a:defRPr>
            </a:lvl1pPr>
          </a:lstStyle>
          <a:p>
            <a:r>
              <a:rPr lang="zh-CN" altLang="en-US" dirty="0"/>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2026/9/17</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a:p>
        </p:txBody>
      </p:sp>
      <p:sp>
        <p:nvSpPr>
          <p:cNvPr id="12" name="AutoShape 2"/>
          <p:cNvSpPr/>
          <p:nvPr userDrawn="1"/>
        </p:nvSpPr>
        <p:spPr>
          <a:xfrm>
            <a:off x="7112000" y="3048000"/>
            <a:ext cx="7874000" cy="7874000"/>
          </a:xfrm>
          <a:prstGeom prst="ellipse">
            <a:avLst/>
          </a:prstGeom>
          <a:gradFill rotWithShape="1">
            <a:gsLst>
              <a:gs pos="0">
                <a:srgbClr val="00E5FF">
                  <a:alpha val="22000"/>
                </a:srgbClr>
              </a:gs>
              <a:gs pos="28000">
                <a:srgbClr val="B388FF">
                  <a:alpha val="12000"/>
                </a:srgbClr>
              </a:gs>
              <a:gs pos="65000">
                <a:srgbClr val="121212">
                  <a:alpha val="0"/>
                </a:srgbClr>
              </a:gs>
            </a:gsLst>
            <a:path path="circle">
              <a:fillToRect l="50000" t="50000" r="50000" b="50000"/>
            </a:path>
            <a:tileRect/>
          </a:gradFill>
          <a:ln cap="flat" cmpd="sng">
            <a:gradFill rotWithShape="1">
              <a:gsLst>
                <a:gs pos="0">
                  <a:srgbClr val="00CEE6">
                    <a:alpha val="22000"/>
                  </a:srgbClr>
                </a:gs>
                <a:gs pos="28000">
                  <a:srgbClr val="9263E6">
                    <a:alpha val="12000"/>
                  </a:srgbClr>
                </a:gs>
                <a:gs pos="65000">
                  <a:srgbClr val="000000">
                    <a:alpha val="0"/>
                  </a:srgbClr>
                </a:gs>
              </a:gsLst>
              <a:path path="circle">
                <a:fillToRect l="50000" t="50000" r="50000" b="50000"/>
              </a:path>
              <a:tileRect/>
            </a:gradFill>
            <a:prstDash val="solid"/>
            <a:round/>
          </a:ln>
        </p:spPr>
        <p:txBody>
          <a:bodyPr vert="horz" wrap="square" lIns="63500" tIns="63500" rIns="63500" bIns="63500" rtlCol="0" anchor="ctr"/>
          <a:lstStyle/>
          <a:p>
            <a:pPr algn="ctr">
              <a:defRPr/>
            </a:pPr>
            <a:endParaRPr/>
          </a:p>
        </p:txBody>
      </p:sp>
      <p:sp>
        <p:nvSpPr>
          <p:cNvPr id="13" name="AutoShape 3"/>
          <p:cNvSpPr/>
          <p:nvPr userDrawn="1"/>
        </p:nvSpPr>
        <p:spPr>
          <a:xfrm>
            <a:off x="5588635" y="4572000"/>
            <a:ext cx="6350000" cy="6350000"/>
          </a:xfrm>
          <a:prstGeom prst="ellipse">
            <a:avLst/>
          </a:prstGeom>
          <a:gradFill rotWithShape="1">
            <a:gsLst>
              <a:gs pos="0">
                <a:srgbClr val="B388FF">
                  <a:alpha val="18000"/>
                </a:srgbClr>
              </a:gs>
              <a:gs pos="60000">
                <a:srgbClr val="121212">
                  <a:alpha val="0"/>
                </a:srgbClr>
              </a:gs>
            </a:gsLst>
            <a:path path="circle">
              <a:fillToRect l="50000" t="50000" r="50000" b="50000"/>
            </a:path>
            <a:tileRect/>
          </a:gradFill>
          <a:ln cap="flat" cmpd="sng">
            <a:gradFill rotWithShape="1">
              <a:gsLst>
                <a:gs pos="0">
                  <a:srgbClr val="9263E6">
                    <a:alpha val="18000"/>
                  </a:srgbClr>
                </a:gs>
                <a:gs pos="60000">
                  <a:srgbClr val="000000">
                    <a:alpha val="0"/>
                  </a:srgbClr>
                </a:gs>
              </a:gsLst>
              <a:path path="circle">
                <a:fillToRect l="50000" t="50000" r="50000" b="50000"/>
              </a:path>
              <a:tileRect/>
            </a:gradFill>
            <a:prstDash val="solid"/>
            <a:round/>
          </a:ln>
        </p:spPr>
        <p:txBody>
          <a:bodyPr vert="horz" wrap="square" lIns="63500" tIns="63500" rIns="63500" bIns="63500" rtlCol="0" anchor="ctr"/>
          <a:lstStyle/>
          <a:p>
            <a:pPr algn="ctr">
              <a:defRPr/>
            </a:pPr>
            <a:endParaRPr/>
          </a:p>
        </p:txBody>
      </p:sp>
      <p:sp>
        <p:nvSpPr>
          <p:cNvPr id="16" name="AutoShape 6"/>
          <p:cNvSpPr/>
          <p:nvPr userDrawn="1"/>
        </p:nvSpPr>
        <p:spPr>
          <a:xfrm>
            <a:off x="6350000" y="4110355"/>
            <a:ext cx="762000" cy="38100"/>
          </a:xfrm>
          <a:prstGeom prst="roundRect">
            <a:avLst>
              <a:gd name="adj" fmla="val 0"/>
            </a:avLst>
          </a:prstGeom>
          <a:gradFill rotWithShape="1">
            <a:gsLst>
              <a:gs pos="0">
                <a:srgbClr val="00E5FF">
                  <a:alpha val="100000"/>
                </a:srgbClr>
              </a:gs>
              <a:gs pos="100000">
                <a:srgbClr val="B388FF">
                  <a:alpha val="100000"/>
                </a:srgbClr>
              </a:gs>
            </a:gsLst>
            <a:lin ang="0"/>
          </a:gradFill>
          <a:ln cap="flat" cmpd="sng">
            <a:gradFill rotWithShape="1">
              <a:gsLst>
                <a:gs pos="0">
                  <a:srgbClr val="00CEE6">
                    <a:alpha val="100000"/>
                  </a:srgbClr>
                </a:gs>
                <a:gs pos="100000">
                  <a:srgbClr val="9263E6">
                    <a:alpha val="100000"/>
                  </a:srgbClr>
                </a:gs>
              </a:gsLst>
              <a:lin ang="0"/>
            </a:gradFill>
            <a:prstDash val="solid"/>
            <a:round/>
          </a:ln>
        </p:spPr>
        <p:txBody>
          <a:bodyPr vert="horz" wrap="square" lIns="63500" tIns="63500" rIns="63500" bIns="63500" rtlCol="0" anchor="ctr"/>
          <a:lstStyle/>
          <a:p>
            <a:pPr algn="ctr">
              <a:defRPr/>
            </a:pPr>
            <a:endParaRPr/>
          </a:p>
        </p:txBody>
      </p:sp>
      <p:sp>
        <p:nvSpPr>
          <p:cNvPr id="6" name="文本占位符 5"/>
          <p:cNvSpPr>
            <a:spLocks noGrp="1"/>
          </p:cNvSpPr>
          <p:nvPr>
            <p:ph type="body" idx="13" hasCustomPrompt="1"/>
          </p:nvPr>
        </p:nvSpPr>
        <p:spPr>
          <a:xfrm>
            <a:off x="889635" y="1651635"/>
            <a:ext cx="4699000" cy="3160395"/>
          </a:xfrm>
        </p:spPr>
        <p:txBody>
          <a:bodyPr anchor="ctr" anchorCtr="0"/>
          <a:lstStyle>
            <a:lvl1pPr marL="0" marR="0" lvl="0" indent="0" algn="ctr" defTabSz="914400" rtl="0" eaLnBrk="1" fontAlgn="auto" latinLnBrk="0" hangingPunct="1">
              <a:lnSpc>
                <a:spcPct val="92000"/>
              </a:lnSpc>
              <a:spcBef>
                <a:spcPts val="1000"/>
              </a:spcBef>
              <a:buClrTx/>
              <a:buSzTx/>
              <a:buFontTx/>
              <a:buNone/>
              <a:defRPr/>
            </a:lvl1pPr>
          </a:lstStyle>
          <a:p>
            <a:pPr lvl="0"/>
            <a:r>
              <a:rPr lang="zh-CN" altLang="en-US"/>
              <a:t>编号</a:t>
            </a:r>
          </a:p>
        </p:txBody>
      </p:sp>
      <p:sp>
        <p:nvSpPr>
          <p:cNvPr id="7" name="文本占位符 6"/>
          <p:cNvSpPr>
            <a:spLocks noGrp="1"/>
          </p:cNvSpPr>
          <p:nvPr>
            <p:ph type="body" idx="14" hasCustomPrompt="1"/>
          </p:nvPr>
        </p:nvSpPr>
        <p:spPr>
          <a:xfrm>
            <a:off x="6096000" y="4304030"/>
            <a:ext cx="5461635" cy="683895"/>
          </a:xfrm>
        </p:spPr>
        <p:txBody>
          <a:bodyPr anchor="ctr" anchorCtr="0"/>
          <a:lstStyle>
            <a:lvl1pPr marL="0" marR="0" lvl="0" indent="0" algn="l" defTabSz="914400" rtl="0" eaLnBrk="1" fontAlgn="auto" latinLnBrk="0" hangingPunct="1">
              <a:lnSpc>
                <a:spcPct val="117000"/>
              </a:lnSpc>
              <a:spcBef>
                <a:spcPts val="1000"/>
              </a:spcBef>
              <a:buClrTx/>
              <a:buSzTx/>
              <a:buFontTx/>
              <a:buNone/>
              <a:defRPr/>
            </a:lvl1pPr>
          </a:lstStyle>
          <a:p>
            <a:pPr marL="0" indent="0" algn="l">
              <a:lnSpc>
                <a:spcPct val="117000"/>
              </a:lnSpc>
              <a:defRPr/>
            </a:pPr>
            <a:r>
              <a:rPr lang="en-US" spc="300">
                <a:solidFill>
                  <a:srgbClr val="B4B4BE"/>
                </a:solidFill>
                <a:latin typeface="Noto Sans SC" panose="020B0200000000000000" charset="-122"/>
                <a:ea typeface="Noto Sans SC" panose="020B0200000000000000" charset="-122"/>
                <a:cs typeface="Noto Sans SC" panose="020B0200000000000000" charset="-122"/>
                <a:sym typeface="Noto Sans SC" panose="020B0200000000000000" charset="-122"/>
              </a:rPr>
              <a:t>【章节副标题 / 引言】</a:t>
            </a:r>
            <a:endParaRPr lang="zh-CN" altLang="en-US"/>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60FBDFE-C587-4B4C-A407-44438C67B59E}" type="datetimeFigureOut">
              <a:rPr lang="zh-CN" altLang="en-US" smtClean="0"/>
              <a:t>2026/9/17</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46747" y="127000"/>
            <a:ext cx="4165200" cy="1600200"/>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t>单击此处编辑标题</a:t>
            </a:r>
          </a:p>
        </p:txBody>
      </p:sp>
      <p:sp>
        <p:nvSpPr>
          <p:cNvPr id="3" name="图片占位符 2"/>
          <p:cNvSpPr>
            <a:spLocks noGrp="1" noChangeAspect="1"/>
          </p:cNvSpPr>
          <p:nvPr>
            <p:ph type="pic" idx="1"/>
          </p:nvPr>
        </p:nvSpPr>
        <p:spPr>
          <a:xfrm>
            <a:off x="5184000" y="766354"/>
            <a:ext cx="5817375" cy="509444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dirty="0"/>
          </a:p>
        </p:txBody>
      </p:sp>
      <p:sp>
        <p:nvSpPr>
          <p:cNvPr id="4" name="文本占位符 3"/>
          <p:cNvSpPr>
            <a:spLocks noGrp="1"/>
          </p:cNvSpPr>
          <p:nvPr>
            <p:ph type="body" sz="half" idx="2"/>
          </p:nvPr>
        </p:nvSpPr>
        <p:spPr>
          <a:xfrm>
            <a:off x="651827" y="2057400"/>
            <a:ext cx="4165200" cy="3811588"/>
          </a:xfrm>
        </p:spPr>
        <p:txBody>
          <a:bodyPr>
            <a:normAutofit/>
          </a:bodyPr>
          <a:lstStyle>
            <a:lvl1pPr marL="0" indent="0">
              <a:lnSpc>
                <a:spcPct val="150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单击此处编辑母版文本样式</a:t>
            </a:r>
          </a:p>
        </p:txBody>
      </p:sp>
      <p:sp>
        <p:nvSpPr>
          <p:cNvPr id="5" name="日期占位符 4"/>
          <p:cNvSpPr>
            <a:spLocks noGrp="1"/>
          </p:cNvSpPr>
          <p:nvPr>
            <p:ph type="dt" sz="half" idx="10"/>
          </p:nvPr>
        </p:nvSpPr>
        <p:spPr/>
        <p:txBody>
          <a:bodyPr/>
          <a:lstStyle/>
          <a:p>
            <a:fld id="{9EFD9D74-47D9-4702-A33C-335B63B48DBF}" type="datetimeFigureOut">
              <a:rPr lang="zh-CN" altLang="en-US" smtClean="0"/>
              <a:t>2026/9/17</a:t>
            </a:fld>
            <a:endParaRPr lang="zh-CN" altLang="en-US" dirty="0"/>
          </a:p>
        </p:txBody>
      </p:sp>
      <p:sp>
        <p:nvSpPr>
          <p:cNvPr id="6" name="页脚占位符 5"/>
          <p:cNvSpPr>
            <a:spLocks noGrp="1"/>
          </p:cNvSpPr>
          <p:nvPr>
            <p:ph type="ftr" sz="quarter" idx="11"/>
          </p:nvPr>
        </p:nvSpPr>
        <p:spPr/>
        <p:txBody>
          <a:bodyPr/>
          <a:lstStyle/>
          <a:p>
            <a:endParaRPr lang="zh-CN" altLang="en-US" dirty="0"/>
          </a:p>
        </p:txBody>
      </p:sp>
      <p:sp>
        <p:nvSpPr>
          <p:cNvPr id="7" name="灯片编号占位符 6"/>
          <p:cNvSpPr>
            <a:spLocks noGrp="1"/>
          </p:cNvSpPr>
          <p:nvPr>
            <p:ph type="sldNum" sz="quarter" idx="12"/>
          </p:nvPr>
        </p:nvSpPr>
        <p:spPr/>
        <p:txBody>
          <a:bodyPr/>
          <a:lstStyle/>
          <a:p>
            <a:fld id="{FABC47A4-756D-490B-A52F-7D9E2C9FC05F}" type="slidenum">
              <a:rPr lang="zh-CN" altLang="en-US" smtClean="0"/>
              <a:t>‹#›</a:t>
            </a:fld>
            <a:endParaRPr lang="zh-CN" altLang="en-US"/>
          </a:p>
        </p:txBody>
      </p: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824484" y="365125"/>
            <a:ext cx="1529316" cy="5811838"/>
          </a:xfrm>
        </p:spPr>
        <p:txBody>
          <a:bodyPr vert="eaVert">
            <a:normAutofit/>
          </a:bodyPr>
          <a:lstStyle>
            <a:lvl1pPr>
              <a:defRPr sz="3600"/>
            </a:lvl1pPr>
          </a:lstStyle>
          <a:p>
            <a:r>
              <a:rPr lang="zh-CN" altLang="en-US"/>
              <a:t>单击此处编辑母版标题样式</a:t>
            </a:r>
          </a:p>
        </p:txBody>
      </p:sp>
      <p:sp>
        <p:nvSpPr>
          <p:cNvPr id="3" name="竖排文字占位符 2"/>
          <p:cNvSpPr>
            <a:spLocks noGrp="1"/>
          </p:cNvSpPr>
          <p:nvPr>
            <p:ph type="body" orient="vert" idx="1"/>
          </p:nvPr>
        </p:nvSpPr>
        <p:spPr>
          <a:xfrm>
            <a:off x="838200" y="365125"/>
            <a:ext cx="8879958" cy="5811838"/>
          </a:xfrm>
        </p:spPr>
        <p:txBody>
          <a:bodyPr vert="eaVert"/>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lstStyle/>
          <a:p>
            <a:fld id="{760FBDFE-C587-4B4C-A407-44438C67B59E}" type="datetimeFigureOut">
              <a:rPr lang="zh-CN" altLang="en-US" smtClean="0"/>
              <a:t>2026/9/17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760FBDFE-C587-4B4C-A407-44438C67B59E}" type="datetimeFigureOut">
              <a:rPr lang="zh-CN" altLang="en-US" smtClean="0"/>
              <a:t>2026/9/17</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nvPr>
        </p:nvSpPr>
        <p:spPr>
          <a:xfrm>
            <a:off x="838200" y="551543"/>
            <a:ext cx="10515600" cy="5558971"/>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6" name="AutoShape 2"/>
          <p:cNvSpPr/>
          <p:nvPr userDrawn="1"/>
        </p:nvSpPr>
        <p:spPr>
          <a:xfrm>
            <a:off x="-2286000" y="-2286000"/>
            <a:ext cx="16764000" cy="9144000"/>
          </a:xfrm>
          <a:prstGeom prst="ellipse">
            <a:avLst/>
          </a:prstGeom>
          <a:gradFill rotWithShape="1">
            <a:gsLst>
              <a:gs pos="0">
                <a:srgbClr val="38BDF8">
                  <a:alpha val="22000"/>
                </a:srgbClr>
              </a:gs>
              <a:gs pos="22000">
                <a:srgbClr val="A855F7">
                  <a:alpha val="14000"/>
                </a:srgbClr>
              </a:gs>
              <a:gs pos="62000">
                <a:srgbClr val="121212">
                  <a:alpha val="0"/>
                </a:srgbClr>
              </a:gs>
            </a:gsLst>
            <a:path path="circle">
              <a:fillToRect l="50000" t="50000" r="50000" b="50000"/>
            </a:path>
            <a:tileRect/>
          </a:gradFill>
          <a:ln cap="flat" cmpd="sng">
            <a:gradFill rotWithShape="1">
              <a:gsLst>
                <a:gs pos="0">
                  <a:srgbClr val="1CA3DF">
                    <a:alpha val="22000"/>
                  </a:srgbClr>
                </a:gs>
                <a:gs pos="22000">
                  <a:srgbClr val="8C36DE">
                    <a:alpha val="14000"/>
                  </a:srgbClr>
                </a:gs>
                <a:gs pos="62000">
                  <a:srgbClr val="000000">
                    <a:alpha val="0"/>
                  </a:srgbClr>
                </a:gs>
              </a:gsLst>
              <a:path path="circle">
                <a:fillToRect l="50000" t="50000" r="50000" b="50000"/>
              </a:path>
              <a:tileRect/>
            </a:gradFill>
            <a:prstDash val="solid"/>
            <a:round/>
          </a:ln>
        </p:spPr>
        <p:txBody>
          <a:bodyPr vert="horz" wrap="square" lIns="63500" tIns="63500" rIns="63500" bIns="63500" rtlCol="0" anchor="ctr"/>
          <a:lstStyle/>
          <a:p>
            <a:pPr algn="ctr">
              <a:defRPr/>
            </a:pPr>
            <a:endParaRPr/>
          </a:p>
        </p:txBody>
      </p:sp>
      <p:sp>
        <p:nvSpPr>
          <p:cNvPr id="7" name="AutoShape 3"/>
          <p:cNvSpPr/>
          <p:nvPr userDrawn="1"/>
        </p:nvSpPr>
        <p:spPr>
          <a:xfrm>
            <a:off x="-1778000" y="-1524000"/>
            <a:ext cx="15748000" cy="7874000"/>
          </a:xfrm>
          <a:prstGeom prst="ellipse">
            <a:avLst/>
          </a:prstGeom>
          <a:gradFill rotWithShape="1">
            <a:gsLst>
              <a:gs pos="0">
                <a:srgbClr val="A855F7">
                  <a:alpha val="18000"/>
                </a:srgbClr>
              </a:gs>
              <a:gs pos="20000">
                <a:srgbClr val="38BDF8">
                  <a:alpha val="8000"/>
                </a:srgbClr>
              </a:gs>
              <a:gs pos="57999">
                <a:srgbClr val="121212">
                  <a:alpha val="0"/>
                </a:srgbClr>
              </a:gs>
            </a:gsLst>
            <a:path path="circle">
              <a:fillToRect l="50000" t="50000" r="50000" b="50000"/>
            </a:path>
            <a:tileRect/>
          </a:gradFill>
          <a:ln cap="flat" cmpd="sng">
            <a:gradFill rotWithShape="1">
              <a:gsLst>
                <a:gs pos="0">
                  <a:srgbClr val="8C36DE">
                    <a:alpha val="18000"/>
                  </a:srgbClr>
                </a:gs>
                <a:gs pos="20000">
                  <a:srgbClr val="1CA3DF">
                    <a:alpha val="8000"/>
                  </a:srgbClr>
                </a:gs>
                <a:gs pos="57999">
                  <a:srgbClr val="000000">
                    <a:alpha val="0"/>
                  </a:srgbClr>
                </a:gs>
              </a:gsLst>
              <a:path path="circle">
                <a:fillToRect l="50000" t="50000" r="50000" b="50000"/>
              </a:path>
              <a:tileRect/>
            </a:gradFill>
            <a:prstDash val="solid"/>
            <a:round/>
          </a:ln>
        </p:spPr>
        <p:txBody>
          <a:bodyPr vert="horz" wrap="square" lIns="63500" tIns="63500" rIns="63500" bIns="63500" rtlCol="0" anchor="ctr"/>
          <a:lstStyle/>
          <a:p>
            <a:pPr algn="ctr">
              <a:defRPr/>
            </a:pPr>
            <a:endParaRPr/>
          </a:p>
        </p:txBody>
      </p:sp>
      <p:sp>
        <p:nvSpPr>
          <p:cNvPr id="3" name="日期占位符 2"/>
          <p:cNvSpPr>
            <a:spLocks noGrp="1"/>
          </p:cNvSpPr>
          <p:nvPr>
            <p:ph type="dt" sz="half" idx="10"/>
          </p:nvPr>
        </p:nvSpPr>
        <p:spPr/>
        <p:txBody>
          <a:bodyPr/>
          <a:lstStyle/>
          <a:p>
            <a:fld id="{760FBDFE-C587-4B4C-A407-44438C67B59E}" type="datetimeFigureOut">
              <a:rPr lang="zh-CN" altLang="en-US" smtClean="0"/>
              <a:t>2026/9/17</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a:p>
        </p:txBody>
      </p:sp>
      <p:sp>
        <p:nvSpPr>
          <p:cNvPr id="8" name="AutoShape 4"/>
          <p:cNvSpPr/>
          <p:nvPr userDrawn="1"/>
        </p:nvSpPr>
        <p:spPr>
          <a:xfrm>
            <a:off x="762000" y="1778000"/>
            <a:ext cx="10668000" cy="1397000"/>
          </a:xfrm>
          <a:prstGeom prst="rect">
            <a:avLst/>
          </a:prstGeom>
          <a:noFill/>
          <a:ln w="12700" cap="flat" cmpd="sng">
            <a:noFill/>
            <a:prstDash val="solid"/>
            <a:round/>
          </a:ln>
        </p:spPr>
        <p:txBody>
          <a:bodyPr vert="horz" wrap="square" lIns="0" tIns="0" rIns="0" bIns="0" rtlCol="0" anchor="ctr" anchorCtr="0"/>
          <a:lstStyle/>
          <a:p>
            <a:pPr marL="0" indent="0" algn="ctr">
              <a:lnSpc>
                <a:spcPct val="108000"/>
              </a:lnSpc>
              <a:defRPr/>
            </a:pPr>
            <a:r>
              <a:rPr lang="en-US" sz="7200" b="1" i="0" u="none" strike="noStrike" spc="120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谢谢聆听</a:t>
            </a:r>
            <a:endParaRPr lang="en-US" sz="1100"/>
          </a:p>
        </p:txBody>
      </p:sp>
      <p:sp>
        <p:nvSpPr>
          <p:cNvPr id="9" name="AutoShape 5"/>
          <p:cNvSpPr/>
          <p:nvPr userDrawn="1"/>
        </p:nvSpPr>
        <p:spPr>
          <a:xfrm>
            <a:off x="762000" y="3530600"/>
            <a:ext cx="10668000" cy="584200"/>
          </a:xfrm>
          <a:prstGeom prst="rect">
            <a:avLst/>
          </a:prstGeom>
          <a:noFill/>
          <a:ln w="12700" cap="flat" cmpd="sng">
            <a:noFill/>
            <a:prstDash val="solid"/>
            <a:round/>
          </a:ln>
        </p:spPr>
        <p:txBody>
          <a:bodyPr vert="horz" wrap="square" lIns="0" tIns="0" rIns="0" bIns="0" rtlCol="0" anchor="ctr" anchorCtr="0"/>
          <a:lstStyle/>
          <a:p>
            <a:pPr marL="0" indent="0" algn="ctr">
              <a:lnSpc>
                <a:spcPct val="108000"/>
              </a:lnSpc>
              <a:defRPr/>
            </a:pPr>
            <a:r>
              <a:rPr lang="en-US" sz="2800" b="0" i="0" u="none" strike="noStrike" spc="800">
                <a:solidFill>
                  <a:srgbClr val="E5E7EB">
                    <a:alpha val="87843"/>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【Q &amp; A / 提问交流环节】</a:t>
            </a:r>
            <a:endParaRPr lang="en-US" sz="1100"/>
          </a:p>
        </p:txBody>
      </p:sp>
      <p:cxnSp>
        <p:nvCxnSpPr>
          <p:cNvPr id="10" name="Connector 6"/>
          <p:cNvCxnSpPr/>
          <p:nvPr userDrawn="1"/>
        </p:nvCxnSpPr>
        <p:spPr>
          <a:xfrm rot="-57290">
            <a:off x="5715053" y="4565650"/>
            <a:ext cx="762000" cy="12700"/>
          </a:xfrm>
          <a:prstGeom prst="straightConnector1">
            <a:avLst/>
          </a:prstGeom>
          <a:solidFill>
            <a:srgbClr val="DEE0E3">
              <a:alpha val="100000"/>
            </a:srgbClr>
          </a:solidFill>
          <a:ln w="25400" cap="flat" cmpd="sng">
            <a:solidFill>
              <a:srgbClr val="A855F7">
                <a:alpha val="60000"/>
              </a:srgbClr>
            </a:solidFill>
            <a:prstDash val="solid"/>
            <a:round/>
            <a:headEnd type="none" w="lg" len="lg"/>
            <a:tailEnd type="none" w="lg" len="lg"/>
          </a:ln>
        </p:spPr>
      </p:cxnSp>
      <p:pic>
        <p:nvPicPr>
          <p:cNvPr id="11" name="Picture 7"/>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286000" y="4978400"/>
            <a:ext cx="279400" cy="279400"/>
          </a:xfrm>
          <a:prstGeom prst="rect">
            <a:avLst/>
          </a:prstGeom>
        </p:spPr>
      </p:pic>
      <p:cxnSp>
        <p:nvCxnSpPr>
          <p:cNvPr id="13" name="Connector 9"/>
          <p:cNvCxnSpPr/>
          <p:nvPr userDrawn="1"/>
        </p:nvCxnSpPr>
        <p:spPr>
          <a:xfrm rot="5267844">
            <a:off x="4787900" y="5162672"/>
            <a:ext cx="330200" cy="12700"/>
          </a:xfrm>
          <a:prstGeom prst="straightConnector1">
            <a:avLst/>
          </a:prstGeom>
          <a:solidFill>
            <a:srgbClr val="DEE0E3">
              <a:alpha val="100000"/>
            </a:srgbClr>
          </a:solidFill>
          <a:ln w="12700" cap="flat" cmpd="sng">
            <a:solidFill>
              <a:srgbClr val="FFFFFF">
                <a:alpha val="22000"/>
              </a:srgbClr>
            </a:solidFill>
            <a:prstDash val="solid"/>
            <a:round/>
            <a:headEnd type="none" w="med" len="med"/>
            <a:tailEnd type="none" w="med" len="med"/>
          </a:ln>
        </p:spPr>
      </p:cxnSp>
      <p:pic>
        <p:nvPicPr>
          <p:cNvPr id="14" name="Picture 10"/>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334000" y="4978400"/>
            <a:ext cx="279400" cy="279400"/>
          </a:xfrm>
          <a:prstGeom prst="rect">
            <a:avLst/>
          </a:prstGeom>
        </p:spPr>
      </p:pic>
      <p:cxnSp>
        <p:nvCxnSpPr>
          <p:cNvPr id="16" name="Connector 12"/>
          <p:cNvCxnSpPr/>
          <p:nvPr userDrawn="1"/>
        </p:nvCxnSpPr>
        <p:spPr>
          <a:xfrm rot="5267844">
            <a:off x="7772400" y="5162672"/>
            <a:ext cx="330200" cy="12700"/>
          </a:xfrm>
          <a:prstGeom prst="straightConnector1">
            <a:avLst/>
          </a:prstGeom>
          <a:solidFill>
            <a:srgbClr val="DEE0E3">
              <a:alpha val="100000"/>
            </a:srgbClr>
          </a:solidFill>
          <a:ln w="12700" cap="flat" cmpd="sng">
            <a:solidFill>
              <a:srgbClr val="FFFFFF">
                <a:alpha val="22000"/>
              </a:srgbClr>
            </a:solidFill>
            <a:prstDash val="solid"/>
            <a:round/>
            <a:headEnd type="none" w="med" len="med"/>
            <a:tailEnd type="none" w="med" len="med"/>
          </a:ln>
        </p:spPr>
      </p:cxnSp>
      <p:pic>
        <p:nvPicPr>
          <p:cNvPr id="17" name="Picture 13"/>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318500" y="4978400"/>
            <a:ext cx="279400" cy="279400"/>
          </a:xfrm>
          <a:prstGeom prst="rect">
            <a:avLst/>
          </a:prstGeom>
        </p:spPr>
      </p:pic>
      <p:sp>
        <p:nvSpPr>
          <p:cNvPr id="21" name="内容占位符 20"/>
          <p:cNvSpPr>
            <a:spLocks noGrp="1"/>
          </p:cNvSpPr>
          <p:nvPr>
            <p:ph idx="13" hasCustomPrompt="1"/>
          </p:nvPr>
        </p:nvSpPr>
        <p:spPr>
          <a:xfrm>
            <a:off x="2693035" y="4952365"/>
            <a:ext cx="2030730" cy="330835"/>
          </a:xfrm>
        </p:spPr>
        <p:txBody>
          <a:bodyPr/>
          <a:lstStyle>
            <a:lvl1pPr marL="0" indent="0" algn="r">
              <a:buNone/>
              <a:defRPr kumimoji="0" lang="en-US" sz="1600" b="0" i="0" u="none" strike="noStrike" kern="1200" cap="none" spc="0" normalizeH="0" baseline="0" noProof="1">
                <a:solidFill>
                  <a:srgbClr val="D1D5DB">
                    <a:alpha val="85098"/>
                  </a:srgbClr>
                </a:solidFill>
                <a:latin typeface="Noto Sans SC" panose="020B0200000000000000" charset="-122"/>
                <a:ea typeface="Noto Sans SC" panose="020B0200000000000000" charset="-122"/>
                <a:cs typeface="Noto Sans SC" panose="020B0200000000000000" charset="-122"/>
                <a:sym typeface="Noto Sans SC" panose="020B0200000000000000" charset="-122"/>
              </a:defRPr>
            </a:lvl1pPr>
          </a:lstStyle>
          <a:p>
            <a:pPr marL="0" indent="0" algn="l">
              <a:lnSpc>
                <a:spcPct val="100000"/>
              </a:lnSpc>
              <a:defRPr/>
            </a:pPr>
            <a:r>
              <a:rPr>
                <a:sym typeface="Noto Sans SC" panose="020B0200000000000000" charset="-122"/>
              </a:rPr>
              <a:t>contact@xxx.com</a:t>
            </a:r>
            <a:endParaRPr lang="en-US" altLang="zh-CN"/>
          </a:p>
        </p:txBody>
      </p:sp>
      <p:sp>
        <p:nvSpPr>
          <p:cNvPr id="22" name="内容占位符 21"/>
          <p:cNvSpPr>
            <a:spLocks noGrp="1"/>
          </p:cNvSpPr>
          <p:nvPr>
            <p:ph idx="14" hasCustomPrompt="1"/>
          </p:nvPr>
        </p:nvSpPr>
        <p:spPr>
          <a:xfrm>
            <a:off x="5740400" y="4953000"/>
            <a:ext cx="2032000" cy="330835"/>
          </a:xfrm>
        </p:spPr>
        <p:txBody>
          <a:bodyPr/>
          <a:lstStyle>
            <a:lvl1pPr marL="0" indent="0" algn="r">
              <a:buNone/>
              <a:defRPr kumimoji="0" lang="en-US" sz="1600" b="0" i="0" u="none" strike="noStrike" kern="1200" cap="none" spc="0" normalizeH="0" baseline="0" noProof="1">
                <a:solidFill>
                  <a:srgbClr val="D1D5DB">
                    <a:alpha val="85098"/>
                  </a:srgbClr>
                </a:solidFill>
                <a:latin typeface="Noto Sans SC" panose="020B0200000000000000" charset="-122"/>
                <a:ea typeface="Noto Sans SC" panose="020B0200000000000000" charset="-122"/>
                <a:cs typeface="Noto Sans SC" panose="020B0200000000000000" charset="-122"/>
                <a:sym typeface="Noto Sans SC" panose="020B0200000000000000" charset="-122"/>
              </a:defRPr>
            </a:lvl1pPr>
          </a:lstStyle>
          <a:p>
            <a:pPr marL="0" indent="0" algn="l">
              <a:lnSpc>
                <a:spcPct val="100000"/>
              </a:lnSpc>
              <a:defRPr/>
            </a:pPr>
            <a:r>
              <a:rPr lang="zh-CN" altLang="en-US"/>
              <a:t>公众号：</a:t>
            </a:r>
            <a:r>
              <a:rPr altLang="zh-CN"/>
              <a:t>XXX</a:t>
            </a:r>
          </a:p>
        </p:txBody>
      </p:sp>
      <p:sp>
        <p:nvSpPr>
          <p:cNvPr id="23" name="内容占位符 22"/>
          <p:cNvSpPr>
            <a:spLocks noGrp="1"/>
          </p:cNvSpPr>
          <p:nvPr>
            <p:ph idx="15" hasCustomPrompt="1"/>
          </p:nvPr>
        </p:nvSpPr>
        <p:spPr>
          <a:xfrm>
            <a:off x="8724900" y="4953000"/>
            <a:ext cx="2159000" cy="330835"/>
          </a:xfrm>
        </p:spPr>
        <p:txBody>
          <a:bodyPr/>
          <a:lstStyle>
            <a:lvl1pPr marL="0" indent="0" algn="r">
              <a:buNone/>
              <a:defRPr kumimoji="0" lang="en-US" sz="1600" b="0" i="0" u="none" strike="noStrike" kern="1200" cap="none" spc="0" normalizeH="0" baseline="0" noProof="1">
                <a:solidFill>
                  <a:srgbClr val="D1D5DB">
                    <a:alpha val="85098"/>
                  </a:srgbClr>
                </a:solidFill>
                <a:latin typeface="Noto Sans SC" panose="020B0200000000000000" charset="-122"/>
                <a:ea typeface="SimSun" pitchFamily="2" charset="-122"/>
                <a:cs typeface="Noto Sans SC" panose="020B0200000000000000" charset="-122"/>
                <a:sym typeface="Noto Sans SC" panose="020B0200000000000000" charset="-122"/>
              </a:defRPr>
            </a:lvl1pPr>
          </a:lstStyle>
          <a:p>
            <a:pPr marL="0" indent="0" algn="l">
              <a:lnSpc>
                <a:spcPct val="100000"/>
              </a:lnSpc>
              <a:defRPr/>
            </a:pPr>
            <a:r>
              <a:rPr lang="zh-CN" altLang="en-US"/>
              <a:t>公众号：</a:t>
            </a:r>
            <a:r>
              <a:rPr altLang="zh-CN"/>
              <a:t>XXX</a:t>
            </a:r>
            <a:r>
              <a:rPr lang="zh-CN" altLang="en-US"/>
              <a:t>事实</a:t>
            </a:r>
          </a:p>
        </p:txBody>
      </p:sp>
      <p:sp>
        <p:nvSpPr>
          <p:cNvPr id="25" name="内容占位符 24"/>
          <p:cNvSpPr>
            <a:spLocks noGrp="1"/>
          </p:cNvSpPr>
          <p:nvPr>
            <p:ph idx="16" hasCustomPrompt="1"/>
          </p:nvPr>
        </p:nvSpPr>
        <p:spPr>
          <a:xfrm>
            <a:off x="3215958" y="6121400"/>
            <a:ext cx="5760085" cy="329565"/>
          </a:xfrm>
        </p:spPr>
        <p:txBody>
          <a:bodyPr anchor="ctr" anchorCtr="0"/>
          <a:lstStyle>
            <a:lvl1pPr marL="0" indent="0" algn="ctr">
              <a:buNone/>
              <a:defRPr kumimoji="0" lang="en-US" sz="1400" b="0" i="0" u="none" strike="noStrike" kern="1200" cap="none" spc="400" normalizeH="0" baseline="0" noProof="1">
                <a:solidFill>
                  <a:srgbClr val="FFFFFF">
                    <a:alpha val="4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defRPr>
            </a:lvl1pPr>
          </a:lstStyle>
          <a:p>
            <a:pPr marL="0" indent="0" algn="ctr">
              <a:lnSpc>
                <a:spcPct val="100000"/>
              </a:lnSpc>
              <a:defRPr/>
            </a:pPr>
            <a:r>
              <a:rPr>
                <a:sym typeface="Noto Sans SC" panose="020B0200000000000000" charset="-122"/>
              </a:rPr>
              <a:t>【课程名称 / 机构名】</a:t>
            </a:r>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61323"/>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t>2026/9/17</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t>‹#›</a:t>
            </a:fld>
            <a:endParaRPr lang="zh-CN" altLang="en-US"/>
          </a:p>
        </p:txBody>
      </p:sp>
      <p:pic>
        <p:nvPicPr>
          <p:cNvPr id="34" name="Image 0" descr="香港科技大学与上海产教融合中心反白Logo"/>
          <p:cNvPicPr>
            <a:picLocks noChangeAspect="1"/>
          </p:cNvPicPr>
          <p:nvPr userDrawn="1"/>
        </p:nvPicPr>
        <p:blipFill>
          <a:blip r:embed="rId16"/>
          <a:stretch>
            <a:fillRect/>
          </a:stretch>
        </p:blipFill>
        <p:spPr>
          <a:xfrm>
            <a:off x="8741664" y="274320"/>
            <a:ext cx="2788920" cy="68580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hdr="0" ftr="0" dt="0"/>
  <p:txStyles>
    <p:titleStyle>
      <a:lvl1pPr algn="l" defTabSz="914400" rtl="0" eaLnBrk="1" latinLnBrk="0" hangingPunct="1">
        <a:lnSpc>
          <a:spcPct val="90000"/>
        </a:lnSpc>
        <a:spcBef>
          <a:spcPct val="0"/>
        </a:spcBef>
        <a:buNone/>
        <a:defRPr sz="40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80604020202020204" pitchFamily="34" charset="0"/>
        <a:buChar char="•"/>
        <a:defRPr sz="24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80604020202020204" pitchFamily="34" charset="0"/>
        <a:buChar char="•"/>
        <a:defRPr sz="20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80604020202020204" pitchFamily="34" charset="0"/>
        <a:buChar char="•"/>
        <a:defRPr sz="18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8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8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jpe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9"/>
          <p:cNvSpPr>
            <a:spLocks noGrp="1"/>
          </p:cNvSpPr>
          <p:nvPr>
            <p:ph type="ctrTitle"/>
          </p:nvPr>
        </p:nvSpPr>
        <p:spPr/>
        <p:txBody>
          <a:bodyPr>
            <a:normAutofit/>
          </a:bodyPr>
          <a:lstStyle/>
          <a:p>
            <a:r>
              <a:rPr lang="zh-CN" altLang="en-US" sz="6000"/>
              <a:t>第五课</a:t>
            </a:r>
            <a:br>
              <a:rPr lang="zh-CN" altLang="en-US" sz="6000"/>
            </a:br>
            <a:r>
              <a:rPr lang="zh-CN" altLang="en-US" sz="6000"/>
              <a:t>不同 </a:t>
            </a:r>
            <a:r>
              <a:rPr lang="en-US" altLang="zh-CN" sz="6000"/>
              <a:t>AI </a:t>
            </a:r>
            <a:r>
              <a:rPr lang="zh-CN" altLang="en-US" sz="6000"/>
              <a:t>为什么表现不同</a:t>
            </a:r>
          </a:p>
        </p:txBody>
      </p:sp>
      <p:sp>
        <p:nvSpPr>
          <p:cNvPr id="11" name="副标题 10"/>
          <p:cNvSpPr>
            <a:spLocks noGrp="1"/>
          </p:cNvSpPr>
          <p:nvPr>
            <p:ph type="subTitle" idx="1"/>
          </p:nvPr>
        </p:nvSpPr>
        <p:spPr/>
        <p:txBody>
          <a:bodyPr/>
          <a:lstStyle/>
          <a:p>
            <a:r>
              <a:rPr lang="zh-CN" altLang="en-US"/>
              <a:t>港科大人工智能前沿系列课程——大模型基础通识</a:t>
            </a:r>
          </a:p>
          <a:p>
            <a:endParaRPr lang="zh-CN" altLang="en-US"/>
          </a:p>
        </p:txBody>
      </p:sp>
      <p:sp>
        <p:nvSpPr>
          <p:cNvPr id="12" name="文本占位符 11"/>
          <p:cNvSpPr>
            <a:spLocks noGrp="1"/>
          </p:cNvSpPr>
          <p:nvPr>
            <p:ph type="body" idx="13"/>
          </p:nvPr>
        </p:nvSpPr>
        <p:spPr/>
        <p:txBody>
          <a:bodyPr/>
          <a:lstStyle/>
          <a:p>
            <a:r>
              <a:rPr lang="zh-CN" altLang="en-US"/>
              <a:t>授课人：王若愚</a:t>
            </a:r>
          </a:p>
        </p:txBody>
      </p:sp>
      <p:sp>
        <p:nvSpPr>
          <p:cNvPr id="13" name="文本占位符 12"/>
          <p:cNvSpPr>
            <a:spLocks noGrp="1"/>
          </p:cNvSpPr>
          <p:nvPr>
            <p:ph type="body" idx="16"/>
          </p:nvPr>
        </p:nvSpPr>
        <p:spPr/>
        <p:txBody>
          <a:bodyPr/>
          <a:lstStyle/>
          <a:p>
            <a:r>
              <a:rPr lang="en-US" altLang="zh-CN" dirty="0"/>
              <a:t>2026/09/01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200" dirty="0"/>
              <a:t>回顾</a:t>
            </a:r>
          </a:p>
        </p:txBody>
      </p:sp>
      <p:sp>
        <p:nvSpPr>
          <p:cNvPr id="24" name="内容占位符 23"/>
          <p:cNvSpPr>
            <a:spLocks noGrp="1"/>
          </p:cNvSpPr>
          <p:nvPr>
            <p:ph idx="1"/>
          </p:nvPr>
        </p:nvSpPr>
        <p:spPr>
          <a:xfrm>
            <a:off x="762000" y="1825625"/>
            <a:ext cx="6255385" cy="4351655"/>
          </a:xfrm>
        </p:spPr>
        <p:txBody>
          <a:bodyPr/>
          <a:lstStyle/>
          <a:p>
            <a:r>
              <a:rPr lang="zh-CN" altLang="en-US" sz="2800" dirty="0">
                <a:sym typeface="+mn-ea"/>
              </a:rPr>
              <a:t>大模型是基于</a:t>
            </a:r>
            <a:r>
              <a:rPr lang="en-US" altLang="zh-CN" sz="2800" dirty="0">
                <a:sym typeface="+mn-ea"/>
              </a:rPr>
              <a:t> </a:t>
            </a:r>
            <a:r>
              <a:rPr lang="en-US" altLang="zh-CN" sz="2800" b="1" dirty="0">
                <a:solidFill>
                  <a:srgbClr val="00E5FF"/>
                </a:solidFill>
                <a:sym typeface="+mn-ea"/>
              </a:rPr>
              <a:t>Transformer </a:t>
            </a:r>
            <a:r>
              <a:rPr lang="zh-CN" altLang="en-US" sz="2800" b="1" dirty="0">
                <a:solidFill>
                  <a:srgbClr val="00E5FF"/>
                </a:solidFill>
                <a:sym typeface="+mn-ea"/>
              </a:rPr>
              <a:t>架构</a:t>
            </a:r>
            <a:r>
              <a:rPr lang="zh-CN" altLang="en-US" sz="2800" dirty="0">
                <a:sym typeface="+mn-ea"/>
              </a:rPr>
              <a:t>搭建的，核心是</a:t>
            </a:r>
            <a:r>
              <a:rPr lang="zh-CN" altLang="en-US" sz="2800" b="1" dirty="0">
                <a:solidFill>
                  <a:srgbClr val="00E5FF"/>
                </a:solidFill>
                <a:sym typeface="+mn-ea"/>
              </a:rPr>
              <a:t>注意力机制</a:t>
            </a:r>
            <a:endParaRPr lang="zh-CN" altLang="en-US" sz="2800" dirty="0">
              <a:solidFill>
                <a:schemeClr val="bg1"/>
              </a:solidFill>
            </a:endParaRPr>
          </a:p>
          <a:p>
            <a:r>
              <a:rPr lang="en-US" altLang="zh-CN" sz="2800" dirty="0">
                <a:sym typeface="+mn-ea"/>
              </a:rPr>
              <a:t>Transformer </a:t>
            </a:r>
            <a:r>
              <a:rPr lang="zh-CN" altLang="en-US" sz="2800" dirty="0">
                <a:sym typeface="+mn-ea"/>
              </a:rPr>
              <a:t>架构可以</a:t>
            </a:r>
            <a:r>
              <a:rPr lang="zh-CN" altLang="en-US" sz="2800" b="1" dirty="0">
                <a:solidFill>
                  <a:srgbClr val="00E5FF"/>
                </a:solidFill>
                <a:sym typeface="+mn-ea"/>
              </a:rPr>
              <a:t>并行计算</a:t>
            </a:r>
            <a:endParaRPr lang="zh-CN" altLang="en-US" sz="2800" dirty="0">
              <a:solidFill>
                <a:schemeClr val="bg1"/>
              </a:solidFill>
            </a:endParaRPr>
          </a:p>
          <a:p>
            <a:r>
              <a:rPr lang="zh-CN" altLang="en-US" sz="2800" dirty="0">
                <a:sym typeface="+mn-ea"/>
              </a:rPr>
              <a:t>大模型参数规模非常庞大，需要海量的</a:t>
            </a:r>
            <a:r>
              <a:rPr lang="zh-CN" altLang="en-US" sz="2800" b="1" dirty="0">
                <a:solidFill>
                  <a:srgbClr val="00E5FF"/>
                </a:solidFill>
                <a:sym typeface="+mn-ea"/>
              </a:rPr>
              <a:t>算力</a:t>
            </a:r>
            <a:r>
              <a:rPr lang="zh-CN" altLang="en-US" sz="2800" dirty="0">
                <a:sym typeface="+mn-ea"/>
              </a:rPr>
              <a:t>与</a:t>
            </a:r>
            <a:r>
              <a:rPr lang="zh-CN" altLang="en-US" sz="2800" b="1" dirty="0">
                <a:solidFill>
                  <a:srgbClr val="00E5FF"/>
                </a:solidFill>
                <a:sym typeface="+mn-ea"/>
              </a:rPr>
              <a:t>能源</a:t>
            </a:r>
            <a:endParaRPr lang="en-US" altLang="zh-CN" sz="2520" dirty="0">
              <a:solidFill>
                <a:schemeClr val="bg1"/>
              </a:solidFill>
              <a:sym typeface="+mn-ea"/>
            </a:endParaRPr>
          </a:p>
        </p:txBody>
      </p:sp>
      <p:sp>
        <p:nvSpPr>
          <p:cNvPr id="5" name="灯片编号占位符 4"/>
          <p:cNvSpPr>
            <a:spLocks noGrp="1"/>
          </p:cNvSpPr>
          <p:nvPr>
            <p:ph type="sldNum" sz="quarter" idx="12"/>
          </p:nvPr>
        </p:nvSpPr>
        <p:spPr/>
        <p:txBody>
          <a:bodyPr/>
          <a:lstStyle/>
          <a:p>
            <a:fld id="{49AE70B2-8BF9-45C0-BB95-33D1B9D3A854}" type="slidenum">
              <a:rPr lang="zh-CN" altLang="en-US" smtClean="0"/>
              <a:t>2</a:t>
            </a:fld>
            <a:endParaRPr lang="en-US" altLang="zh-CN"/>
          </a:p>
        </p:txBody>
      </p:sp>
      <p:sp>
        <p:nvSpPr>
          <p:cNvPr id="3" name="文本框 2"/>
          <p:cNvSpPr txBox="1"/>
          <p:nvPr/>
        </p:nvSpPr>
        <p:spPr>
          <a:xfrm>
            <a:off x="14166215" y="4756150"/>
            <a:ext cx="4064000" cy="368300"/>
          </a:xfrm>
          <a:prstGeom prst="rect">
            <a:avLst/>
          </a:prstGeom>
          <a:noFill/>
        </p:spPr>
        <p:txBody>
          <a:bodyPr wrap="square" rtlCol="0">
            <a:spAutoFit/>
          </a:bodyPr>
          <a:lstStyle/>
          <a:p>
            <a:endParaRPr lang="zh-CN" altLang="en-US"/>
          </a:p>
        </p:txBody>
      </p:sp>
      <p:grpSp>
        <p:nvGrpSpPr>
          <p:cNvPr id="7" name="组合 6"/>
          <p:cNvGrpSpPr/>
          <p:nvPr/>
        </p:nvGrpSpPr>
        <p:grpSpPr>
          <a:xfrm>
            <a:off x="7138035" y="2190750"/>
            <a:ext cx="4161790" cy="3462020"/>
            <a:chOff x="11183" y="3211"/>
            <a:chExt cx="6554" cy="5452"/>
          </a:xfrm>
        </p:grpSpPr>
        <p:pic>
          <p:nvPicPr>
            <p:cNvPr id="6" name="图片 5" descr="Transformer-modified"/>
            <p:cNvPicPr>
              <a:picLocks noChangeAspect="1"/>
            </p:cNvPicPr>
            <p:nvPr/>
          </p:nvPicPr>
          <p:blipFill>
            <a:blip r:embed="rId3"/>
            <a:stretch>
              <a:fillRect/>
            </a:stretch>
          </p:blipFill>
          <p:spPr>
            <a:xfrm>
              <a:off x="11183" y="3463"/>
              <a:ext cx="3492" cy="5200"/>
            </a:xfrm>
            <a:prstGeom prst="rect">
              <a:avLst/>
            </a:prstGeom>
          </p:spPr>
        </p:pic>
        <p:sp>
          <p:nvSpPr>
            <p:cNvPr id="21" name="任意多边形: 形状 20"/>
            <p:cNvSpPr/>
            <p:nvPr/>
          </p:nvSpPr>
          <p:spPr>
            <a:xfrm flipV="1">
              <a:off x="13929" y="4604"/>
              <a:ext cx="1179" cy="1038"/>
            </a:xfrm>
            <a:custGeom>
              <a:avLst/>
              <a:gdLst>
                <a:gd name="connsiteX0" fmla="*/ 0 w 1430931"/>
                <a:gd name="connsiteY0" fmla="*/ 0 h 600293"/>
                <a:gd name="connsiteX1" fmla="*/ 830638 w 1430931"/>
                <a:gd name="connsiteY1" fmla="*/ 0 h 600293"/>
                <a:gd name="connsiteX2" fmla="*/ 1430931 w 1430931"/>
                <a:gd name="connsiteY2" fmla="*/ 600293 h 600293"/>
              </a:gdLst>
              <a:ahLst/>
              <a:cxnLst>
                <a:cxn ang="0">
                  <a:pos x="connsiteX0" y="connsiteY0"/>
                </a:cxn>
                <a:cxn ang="0">
                  <a:pos x="connsiteX1" y="connsiteY1"/>
                </a:cxn>
                <a:cxn ang="0">
                  <a:pos x="connsiteX2" y="connsiteY2"/>
                </a:cxn>
              </a:cxnLst>
              <a:rect l="l" t="t" r="r" b="b"/>
              <a:pathLst>
                <a:path w="1430931" h="600293">
                  <a:moveTo>
                    <a:pt x="0" y="0"/>
                  </a:moveTo>
                  <a:lnTo>
                    <a:pt x="830638" y="0"/>
                  </a:lnTo>
                  <a:lnTo>
                    <a:pt x="1430931" y="600293"/>
                  </a:lnTo>
                </a:path>
              </a:pathLst>
            </a:custGeom>
            <a:noFill/>
            <a:ln w="25400">
              <a:solidFill>
                <a:srgbClr val="00E5FF"/>
              </a:solidFill>
              <a:prstDash val="sysDash"/>
              <a:headEnd type="oval" w="med" len="med"/>
              <a:tailEnd type="oval"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 name="组合 7"/>
            <p:cNvGrpSpPr/>
            <p:nvPr/>
          </p:nvGrpSpPr>
          <p:grpSpPr>
            <a:xfrm>
              <a:off x="15103" y="3211"/>
              <a:ext cx="2635" cy="2745"/>
              <a:chOff x="5937" y="4829"/>
              <a:chExt cx="3540" cy="3687"/>
            </a:xfrm>
          </p:grpSpPr>
          <p:sp>
            <p:nvSpPr>
              <p:cNvPr id="18" name="矩形: 圆角 17"/>
              <p:cNvSpPr/>
              <p:nvPr/>
            </p:nvSpPr>
            <p:spPr>
              <a:xfrm>
                <a:off x="5937" y="4829"/>
                <a:ext cx="3540" cy="3687"/>
              </a:xfrm>
              <a:prstGeom prst="roundRect">
                <a:avLst>
                  <a:gd name="adj" fmla="val 10329"/>
                </a:avLst>
              </a:prstGeom>
              <a:noFill/>
              <a:ln w="25400">
                <a:solidFill>
                  <a:srgbClr val="00E5FF"/>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descr="Attention-struct-modified"/>
              <p:cNvPicPr>
                <a:picLocks noChangeAspect="1"/>
              </p:cNvPicPr>
              <p:nvPr/>
            </p:nvPicPr>
            <p:blipFill>
              <a:blip r:embed="rId4"/>
              <a:stretch>
                <a:fillRect/>
              </a:stretch>
            </p:blipFill>
            <p:spPr>
              <a:xfrm>
                <a:off x="6475" y="5021"/>
                <a:ext cx="2464" cy="3304"/>
              </a:xfrm>
              <a:prstGeom prst="rect">
                <a:avLst/>
              </a:prstGeom>
            </p:spPr>
          </p:pic>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4">
                                            <p:txEl>
                                              <p:pRg st="0" end="0"/>
                                            </p:txEl>
                                          </p:spTgt>
                                        </p:tgtEl>
                                        <p:attrNameLst>
                                          <p:attrName>style.visibility</p:attrName>
                                        </p:attrNameLst>
                                      </p:cBhvr>
                                      <p:to>
                                        <p:strVal val="visible"/>
                                      </p:to>
                                    </p:set>
                                    <p:animEffect transition="in" filter="fade">
                                      <p:cBhvr>
                                        <p:cTn id="7" dur="500"/>
                                        <p:tgtEl>
                                          <p:spTgt spid="24">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24">
                                            <p:txEl>
                                              <p:pRg st="1" end="1"/>
                                            </p:txEl>
                                          </p:spTgt>
                                        </p:tgtEl>
                                        <p:attrNameLst>
                                          <p:attrName>style.visibility</p:attrName>
                                        </p:attrNameLst>
                                      </p:cBhvr>
                                      <p:to>
                                        <p:strVal val="visible"/>
                                      </p:to>
                                    </p:set>
                                    <p:animEffect transition="in" filter="fade">
                                      <p:cBhvr>
                                        <p:cTn id="16" dur="500"/>
                                        <p:tgtEl>
                                          <p:spTgt spid="24">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24">
                                            <p:txEl>
                                              <p:pRg st="2" end="2"/>
                                            </p:txEl>
                                          </p:spTgt>
                                        </p:tgtEl>
                                        <p:attrNameLst>
                                          <p:attrName>style.visibility</p:attrName>
                                        </p:attrNameLst>
                                      </p:cBhvr>
                                      <p:to>
                                        <p:strVal val="visible"/>
                                      </p:to>
                                    </p:set>
                                    <p:animEffect transition="in" filter="fade">
                                      <p:cBhvr>
                                        <p:cTn id="21" dur="500"/>
                                        <p:tgtEl>
                                          <p:spTgt spid="2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uiExpand="1" build="p"/>
      <p:bldP spid="24" grpI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6" name="内容占位符 5"/>
          <p:cNvSpPr>
            <a:spLocks noGrp="1"/>
          </p:cNvSpPr>
          <p:nvPr>
            <p:ph idx="1"/>
          </p:nvPr>
        </p:nvSpPr>
        <p:spPr>
          <a:xfrm>
            <a:off x="762000" y="4382135"/>
            <a:ext cx="10401300" cy="1422400"/>
          </a:xfrm>
        </p:spPr>
        <p:txBody>
          <a:bodyPr>
            <a:normAutofit/>
          </a:bodyPr>
          <a:lstStyle/>
          <a:p>
            <a:r>
              <a:rPr lang="zh-CN" altLang="en-US" dirty="0">
                <a:solidFill>
                  <a:schemeClr val="bg1"/>
                </a:solidFill>
                <a:sym typeface="+mn-ea"/>
              </a:rPr>
              <a:t>当前主流模型都基于</a:t>
            </a:r>
            <a:r>
              <a:rPr altLang="zh-CN" dirty="0">
                <a:solidFill>
                  <a:schemeClr val="bg1"/>
                </a:solidFill>
                <a:sym typeface="+mn-ea"/>
              </a:rPr>
              <a:t>Transformer</a:t>
            </a:r>
            <a:r>
              <a:rPr lang="zh-CN" altLang="en-US" dirty="0">
                <a:solidFill>
                  <a:schemeClr val="bg1"/>
                </a:solidFill>
                <a:sym typeface="+mn-ea"/>
              </a:rPr>
              <a:t>，</a:t>
            </a:r>
          </a:p>
          <a:p>
            <a:r>
              <a:rPr lang="zh-CN" altLang="en-US" dirty="0">
                <a:solidFill>
                  <a:schemeClr val="bg1"/>
                </a:solidFill>
                <a:sym typeface="+mn-ea"/>
              </a:rPr>
              <a:t>它们的能力会有什么差异呢？</a:t>
            </a:r>
          </a:p>
        </p:txBody>
      </p:sp>
      <p:sp>
        <p:nvSpPr>
          <p:cNvPr id="3" name="内容占位符 2"/>
          <p:cNvSpPr>
            <a:spLocks noGrp="1"/>
          </p:cNvSpPr>
          <p:nvPr>
            <p:ph idx="13"/>
          </p:nvPr>
        </p:nvSpPr>
        <p:spPr/>
        <p:txBody>
          <a:bodyPr>
            <a:normAutofit/>
          </a:bodyPr>
          <a:lstStyle/>
          <a:p>
            <a:endParaRPr lang="zh-CN" altLang="en-US"/>
          </a:p>
        </p:txBody>
      </p:sp>
      <p:sp>
        <p:nvSpPr>
          <p:cNvPr id="4" name="灯片编号占位符 3"/>
          <p:cNvSpPr>
            <a:spLocks noGrp="1"/>
          </p:cNvSpPr>
          <p:nvPr>
            <p:ph type="sldNum" sz="quarter" idx="12"/>
          </p:nvPr>
        </p:nvSpPr>
        <p:spPr/>
        <p:txBody>
          <a:bodyPr/>
          <a:lstStyle/>
          <a:p>
            <a:fld id="{49AE70B2-8BF9-45C0-BB95-33D1B9D3A854}" type="slidenum">
              <a:rPr lang="zh-CN" altLang="en-US" smtClean="0"/>
              <a:t>3</a:t>
            </a:fld>
            <a:endParaRPr lang="en-US" altLang="zh-C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200" dirty="0"/>
              <a:t>课程路线图</a:t>
            </a:r>
          </a:p>
        </p:txBody>
      </p:sp>
      <p:sp>
        <p:nvSpPr>
          <p:cNvPr id="4" name="灯片编号占位符 3"/>
          <p:cNvSpPr>
            <a:spLocks noGrp="1"/>
          </p:cNvSpPr>
          <p:nvPr>
            <p:ph type="sldNum" sz="quarter" idx="12"/>
          </p:nvPr>
        </p:nvSpPr>
        <p:spPr/>
        <p:txBody>
          <a:bodyPr/>
          <a:lstStyle/>
          <a:p>
            <a:fld id="{49AE70B2-8BF9-45C0-BB95-33D1B9D3A854}" type="slidenum">
              <a:rPr lang="zh-CN" altLang="en-US" smtClean="0"/>
              <a:t>4</a:t>
            </a:fld>
            <a:endParaRPr lang="en-US" altLang="zh-CN"/>
          </a:p>
        </p:txBody>
      </p:sp>
      <p:sp>
        <p:nvSpPr>
          <p:cNvPr id="6" name="AutoShape 6"/>
          <p:cNvSpPr/>
          <p:nvPr/>
        </p:nvSpPr>
        <p:spPr>
          <a:xfrm>
            <a:off x="2231390" y="1752600"/>
            <a:ext cx="899795" cy="4319905"/>
          </a:xfrm>
          <a:prstGeom prst="roundRect">
            <a:avLst>
              <a:gd name="adj" fmla="val 0"/>
            </a:avLst>
          </a:prstGeom>
          <a:solidFill>
            <a:srgbClr val="00E5FF">
              <a:alpha val="8000"/>
            </a:srgbClr>
          </a:solidFill>
          <a:ln w="25400" cap="flat" cmpd="sng">
            <a:solidFill>
              <a:srgbClr val="00E5FF">
                <a:alpha val="100000"/>
              </a:srgbClr>
            </a:solidFill>
            <a:prstDash val="solid"/>
            <a:round/>
          </a:ln>
          <a:effectLst>
            <a:outerShdw blurRad="152400" dir="2700000" algn="tl" rotWithShape="0">
              <a:srgbClr val="00E5FF">
                <a:alpha val="40000"/>
              </a:srgbClr>
            </a:outerShdw>
          </a:effectLst>
        </p:spPr>
        <p:txBody>
          <a:bodyPr vert="horz" wrap="square" lIns="0" tIns="0" rIns="0" bIns="0" rtlCol="0" anchor="ctr" anchorCtr="0"/>
          <a:lstStyle/>
          <a:p>
            <a:pPr marL="0" indent="0" algn="ctr">
              <a:lnSpc>
                <a:spcPct val="125000"/>
              </a:lnSpc>
              <a:defRPr/>
            </a:pPr>
            <a:r>
              <a:rPr lang="zh-CN" altLang="en-US" sz="3200" b="1" i="0" u="none" strike="noStrike">
                <a:solidFill>
                  <a:srgbClr val="FFFFFF"/>
                </a:solidFill>
                <a:latin typeface="Noto Sans SC" panose="020B0200000000000000" charset="-122"/>
                <a:ea typeface="SimSun" pitchFamily="2" charset="-122"/>
                <a:cs typeface="Noto Sans SC" panose="020B0200000000000000" charset="-122"/>
                <a:sym typeface="Noto Sans SC" panose="020B0200000000000000" charset="-122"/>
              </a:rPr>
              <a:t>大</a:t>
            </a:r>
          </a:p>
          <a:p>
            <a:pPr marL="0" indent="0" algn="ctr">
              <a:lnSpc>
                <a:spcPct val="125000"/>
              </a:lnSpc>
              <a:defRPr/>
            </a:pPr>
            <a:r>
              <a:rPr lang="zh-CN" altLang="en-US" sz="3200" b="1" i="0" u="none" strike="noStrike">
                <a:solidFill>
                  <a:srgbClr val="FFFFFF"/>
                </a:solidFill>
                <a:latin typeface="Noto Sans SC" panose="020B0200000000000000" charset="-122"/>
                <a:ea typeface="SimSun" pitchFamily="2" charset="-122"/>
                <a:cs typeface="Noto Sans SC" panose="020B0200000000000000" charset="-122"/>
                <a:sym typeface="Noto Sans SC" panose="020B0200000000000000" charset="-122"/>
              </a:rPr>
              <a:t>模</a:t>
            </a:r>
          </a:p>
          <a:p>
            <a:pPr marL="0" indent="0" algn="ctr">
              <a:lnSpc>
                <a:spcPct val="125000"/>
              </a:lnSpc>
              <a:defRPr/>
            </a:pPr>
            <a:r>
              <a:rPr lang="zh-CN" altLang="en-US" sz="3200" b="1" i="0" u="none" strike="noStrike">
                <a:solidFill>
                  <a:srgbClr val="FFFFFF"/>
                </a:solidFill>
                <a:latin typeface="Noto Sans SC" panose="020B0200000000000000" charset="-122"/>
                <a:ea typeface="SimSun" pitchFamily="2" charset="-122"/>
                <a:cs typeface="Noto Sans SC" panose="020B0200000000000000" charset="-122"/>
                <a:sym typeface="Noto Sans SC" panose="020B0200000000000000" charset="-122"/>
              </a:rPr>
              <a:t>型</a:t>
            </a:r>
          </a:p>
          <a:p>
            <a:pPr marL="0" indent="0" algn="ctr">
              <a:lnSpc>
                <a:spcPct val="125000"/>
              </a:lnSpc>
              <a:defRPr/>
            </a:pPr>
            <a:r>
              <a:rPr lang="zh-CN" altLang="en-US" sz="3200" b="1" i="0" u="none" strike="noStrike">
                <a:solidFill>
                  <a:srgbClr val="FFFFFF"/>
                </a:solidFill>
                <a:latin typeface="Noto Sans SC" panose="020B0200000000000000" charset="-122"/>
                <a:ea typeface="SimSun" pitchFamily="2" charset="-122"/>
                <a:cs typeface="Noto Sans SC" panose="020B0200000000000000" charset="-122"/>
                <a:sym typeface="Noto Sans SC" panose="020B0200000000000000" charset="-122"/>
              </a:rPr>
              <a:t>产</a:t>
            </a:r>
          </a:p>
          <a:p>
            <a:pPr marL="0" indent="0" algn="ctr">
              <a:lnSpc>
                <a:spcPct val="125000"/>
              </a:lnSpc>
              <a:defRPr/>
            </a:pPr>
            <a:r>
              <a:rPr lang="zh-CN" altLang="en-US" sz="3200" b="1" i="0" u="none" strike="noStrike">
                <a:solidFill>
                  <a:srgbClr val="FFFFFF"/>
                </a:solidFill>
                <a:latin typeface="Noto Sans SC" panose="020B0200000000000000" charset="-122"/>
                <a:ea typeface="SimSun" pitchFamily="2" charset="-122"/>
                <a:cs typeface="Noto Sans SC" panose="020B0200000000000000" charset="-122"/>
                <a:sym typeface="Noto Sans SC" panose="020B0200000000000000" charset="-122"/>
              </a:rPr>
              <a:t>品</a:t>
            </a:r>
          </a:p>
        </p:txBody>
      </p:sp>
      <p:sp>
        <p:nvSpPr>
          <p:cNvPr id="5" name="AutoShape 6"/>
          <p:cNvSpPr/>
          <p:nvPr/>
        </p:nvSpPr>
        <p:spPr>
          <a:xfrm>
            <a:off x="3395980" y="1753235"/>
            <a:ext cx="899795" cy="1543050"/>
          </a:xfrm>
          <a:prstGeom prst="roundRect">
            <a:avLst>
              <a:gd name="adj" fmla="val 0"/>
            </a:avLst>
          </a:prstGeom>
          <a:solidFill>
            <a:srgbClr val="B388FF">
              <a:alpha val="8000"/>
            </a:srgbClr>
          </a:solidFill>
          <a:ln w="25400" cap="flat" cmpd="sng">
            <a:solidFill>
              <a:srgbClr val="B388FF">
                <a:alpha val="100000"/>
              </a:srgbClr>
            </a:solidFill>
            <a:prstDash val="solid"/>
            <a:round/>
          </a:ln>
          <a:effectLst>
            <a:outerShdw blurRad="152400" dir="2700000" algn="tl" rotWithShape="0">
              <a:srgbClr val="06F0D2">
                <a:alpha val="40000"/>
              </a:srgbClr>
            </a:outerShdw>
          </a:effectLst>
        </p:spPr>
        <p:txBody>
          <a:bodyPr vert="horz" wrap="square" lIns="0" tIns="0" rIns="0" bIns="0" rtlCol="0" anchor="ctr" anchorCtr="0"/>
          <a:lstStyle/>
          <a:p>
            <a:pPr marL="0" indent="0" algn="ctr">
              <a:lnSpc>
                <a:spcPct val="125000"/>
              </a:lnSpc>
              <a:defRPr/>
            </a:pPr>
            <a:r>
              <a:rPr lang="zh-CN" altLang="en-US" sz="2400" b="1" i="0" u="none" strike="noStrike">
                <a:solidFill>
                  <a:srgbClr val="FFFFFF"/>
                </a:solidFill>
                <a:latin typeface="Noto Sans SC" panose="020B0200000000000000" charset="-122"/>
                <a:ea typeface="SimSun" pitchFamily="2" charset="-122"/>
                <a:cs typeface="Noto Sans SC" panose="020B0200000000000000" charset="-122"/>
                <a:sym typeface="Noto Sans SC" panose="020B0200000000000000" charset="-122"/>
              </a:rPr>
              <a:t>模型</a:t>
            </a:r>
          </a:p>
          <a:p>
            <a:pPr marL="0" indent="0" algn="ctr">
              <a:lnSpc>
                <a:spcPct val="125000"/>
              </a:lnSpc>
              <a:defRPr/>
            </a:pPr>
            <a:r>
              <a:rPr lang="zh-CN" altLang="en-US" sz="2400" b="1" i="0" u="none" strike="noStrike">
                <a:solidFill>
                  <a:srgbClr val="FFFFFF"/>
                </a:solidFill>
                <a:latin typeface="Noto Sans SC" panose="020B0200000000000000" charset="-122"/>
                <a:ea typeface="SimSun" pitchFamily="2" charset="-122"/>
                <a:cs typeface="Noto Sans SC" panose="020B0200000000000000" charset="-122"/>
                <a:sym typeface="Noto Sans SC" panose="020B0200000000000000" charset="-122"/>
              </a:rPr>
              <a:t>原理</a:t>
            </a:r>
          </a:p>
        </p:txBody>
      </p:sp>
      <p:sp>
        <p:nvSpPr>
          <p:cNvPr id="7" name="AutoShape 6"/>
          <p:cNvSpPr/>
          <p:nvPr/>
        </p:nvSpPr>
        <p:spPr>
          <a:xfrm>
            <a:off x="3395980" y="3416935"/>
            <a:ext cx="899795" cy="1547495"/>
          </a:xfrm>
          <a:prstGeom prst="roundRect">
            <a:avLst>
              <a:gd name="adj" fmla="val 0"/>
            </a:avLst>
          </a:prstGeom>
          <a:solidFill>
            <a:srgbClr val="B388FF">
              <a:alpha val="8000"/>
            </a:srgbClr>
          </a:solidFill>
          <a:ln w="25400" cap="flat" cmpd="sng">
            <a:solidFill>
              <a:srgbClr val="B388FF">
                <a:alpha val="100000"/>
              </a:srgbClr>
            </a:solidFill>
            <a:prstDash val="solid"/>
            <a:round/>
          </a:ln>
          <a:effectLst>
            <a:outerShdw blurRad="152400" dir="2700000" algn="tl" rotWithShape="0">
              <a:srgbClr val="06F0D2">
                <a:alpha val="40000"/>
              </a:srgbClr>
            </a:outerShdw>
          </a:effectLst>
        </p:spPr>
        <p:txBody>
          <a:bodyPr vert="horz" wrap="square" lIns="0" tIns="0" rIns="0" bIns="0" rtlCol="0" anchor="ctr" anchorCtr="0">
            <a:noAutofit/>
          </a:bodyPr>
          <a:lstStyle/>
          <a:p>
            <a:pPr lvl="0" algn="ctr">
              <a:lnSpc>
                <a:spcPct val="125000"/>
              </a:lnSpc>
              <a:buClrTx/>
              <a:buSzTx/>
              <a:buFontTx/>
              <a:defRPr/>
            </a:pPr>
            <a:r>
              <a:rPr lang="zh-CN" altLang="en-US" sz="2400" b="1">
                <a:solidFill>
                  <a:srgbClr val="FFFFFF"/>
                </a:solidFill>
                <a:latin typeface="Noto Sans SC" panose="020B0200000000000000" charset="-122"/>
                <a:ea typeface="SimSun" pitchFamily="2" charset="-122"/>
                <a:cs typeface="Noto Sans SC" panose="020B0200000000000000" charset="-122"/>
                <a:sym typeface="Noto Sans SC" panose="020B0200000000000000" charset="-122"/>
              </a:rPr>
              <a:t>模型</a:t>
            </a:r>
          </a:p>
          <a:p>
            <a:pPr lvl="0" algn="ctr">
              <a:lnSpc>
                <a:spcPct val="125000"/>
              </a:lnSpc>
              <a:buClrTx/>
              <a:buSzTx/>
              <a:buFontTx/>
              <a:defRPr/>
            </a:pPr>
            <a:r>
              <a:rPr lang="zh-CN" altLang="en-US" sz="2400" b="1">
                <a:solidFill>
                  <a:srgbClr val="FFFFFF"/>
                </a:solidFill>
                <a:latin typeface="Noto Sans SC" panose="020B0200000000000000" charset="-122"/>
                <a:ea typeface="SimSun" pitchFamily="2" charset="-122"/>
                <a:cs typeface="Noto Sans SC" panose="020B0200000000000000" charset="-122"/>
                <a:sym typeface="Noto Sans SC" panose="020B0200000000000000" charset="-122"/>
              </a:rPr>
              <a:t>应用</a:t>
            </a:r>
          </a:p>
        </p:txBody>
      </p:sp>
      <p:sp>
        <p:nvSpPr>
          <p:cNvPr id="8" name="AutoShape 6"/>
          <p:cNvSpPr/>
          <p:nvPr/>
        </p:nvSpPr>
        <p:spPr>
          <a:xfrm>
            <a:off x="3395980" y="5086985"/>
            <a:ext cx="899795" cy="989330"/>
          </a:xfrm>
          <a:prstGeom prst="roundRect">
            <a:avLst>
              <a:gd name="adj" fmla="val 0"/>
            </a:avLst>
          </a:prstGeom>
          <a:solidFill>
            <a:srgbClr val="B388FF">
              <a:alpha val="8000"/>
            </a:srgbClr>
          </a:solidFill>
          <a:ln w="25400" cap="flat" cmpd="sng">
            <a:solidFill>
              <a:srgbClr val="B388FF">
                <a:alpha val="100000"/>
              </a:srgbClr>
            </a:solidFill>
            <a:prstDash val="solid"/>
            <a:round/>
          </a:ln>
          <a:effectLst>
            <a:outerShdw blurRad="152400" dir="2700000" algn="tl" rotWithShape="0">
              <a:srgbClr val="06F0D2">
                <a:alpha val="40000"/>
              </a:srgbClr>
            </a:outerShdw>
          </a:effectLst>
        </p:spPr>
        <p:txBody>
          <a:bodyPr vert="horz" wrap="square" lIns="0" tIns="0" rIns="0" bIns="0" rtlCol="0" anchor="ctr" anchorCtr="0">
            <a:noAutofit/>
          </a:bodyPr>
          <a:lstStyle/>
          <a:p>
            <a:pPr lvl="0" algn="ctr">
              <a:lnSpc>
                <a:spcPct val="125000"/>
              </a:lnSpc>
              <a:buClrTx/>
              <a:buSzTx/>
              <a:buFontTx/>
              <a:defRPr/>
            </a:pPr>
            <a:r>
              <a:rPr lang="zh-CN" altLang="en-US" sz="2400" b="1">
                <a:solidFill>
                  <a:srgbClr val="FFFFFF"/>
                </a:solidFill>
                <a:latin typeface="Noto Sans SC" panose="020B0200000000000000" charset="-122"/>
                <a:ea typeface="SimSun" pitchFamily="2" charset="-122"/>
                <a:cs typeface="Noto Sans SC" panose="020B0200000000000000" charset="-122"/>
                <a:sym typeface="Noto Sans SC" panose="020B0200000000000000" charset="-122"/>
              </a:rPr>
              <a:t>智</a:t>
            </a:r>
          </a:p>
          <a:p>
            <a:pPr lvl="0" algn="ctr">
              <a:lnSpc>
                <a:spcPct val="125000"/>
              </a:lnSpc>
              <a:buClrTx/>
              <a:buSzTx/>
              <a:buFontTx/>
              <a:defRPr/>
            </a:pPr>
            <a:r>
              <a:rPr lang="zh-CN" altLang="en-US" sz="2400" b="1">
                <a:solidFill>
                  <a:srgbClr val="FFFFFF"/>
                </a:solidFill>
                <a:latin typeface="Noto Sans SC" panose="020B0200000000000000" charset="-122"/>
                <a:ea typeface="SimSun" pitchFamily="2" charset="-122"/>
                <a:cs typeface="Noto Sans SC" panose="020B0200000000000000" charset="-122"/>
                <a:sym typeface="Noto Sans SC" panose="020B0200000000000000" charset="-122"/>
              </a:rPr>
              <a:t>能体</a:t>
            </a:r>
          </a:p>
        </p:txBody>
      </p:sp>
      <p:grpSp>
        <p:nvGrpSpPr>
          <p:cNvPr id="17" name="组合 16"/>
          <p:cNvGrpSpPr/>
          <p:nvPr/>
        </p:nvGrpSpPr>
        <p:grpSpPr>
          <a:xfrm>
            <a:off x="4561205" y="1752600"/>
            <a:ext cx="5400040" cy="431800"/>
            <a:chOff x="7140" y="2760"/>
            <a:chExt cx="8504" cy="680"/>
          </a:xfrm>
        </p:grpSpPr>
        <p:sp>
          <p:nvSpPr>
            <p:cNvPr id="10" name="AutoShape 6"/>
            <p:cNvSpPr/>
            <p:nvPr/>
          </p:nvSpPr>
          <p:spPr>
            <a:xfrm>
              <a:off x="7140" y="2760"/>
              <a:ext cx="8504" cy="680"/>
            </a:xfrm>
            <a:prstGeom prst="roundRect">
              <a:avLst>
                <a:gd name="adj" fmla="val 0"/>
              </a:avLst>
            </a:prstGeom>
            <a:solidFill>
              <a:srgbClr val="69F0AE">
                <a:alpha val="8000"/>
              </a:srgbClr>
            </a:solidFill>
            <a:ln w="12700" cap="flat" cmpd="sng">
              <a:solidFill>
                <a:srgbClr val="69F0AE">
                  <a:alpha val="40000"/>
                </a:srgbClr>
              </a:solidFill>
              <a:prstDash val="solid"/>
              <a:round/>
            </a:ln>
          </p:spPr>
          <p:txBody>
            <a:bodyPr vert="horz" wrap="square" lIns="63500" tIns="63500" rIns="63500" bIns="63500" rtlCol="0" anchor="ctr"/>
            <a:lstStyle/>
            <a:p>
              <a:pPr algn="ctr">
                <a:defRPr/>
              </a:pPr>
              <a:endParaRPr/>
            </a:p>
          </p:txBody>
        </p:sp>
        <p:sp>
          <p:nvSpPr>
            <p:cNvPr id="11" name="AutoShape 7"/>
            <p:cNvSpPr/>
            <p:nvPr/>
          </p:nvSpPr>
          <p:spPr>
            <a:xfrm>
              <a:off x="7140" y="2760"/>
              <a:ext cx="85" cy="680"/>
            </a:xfrm>
            <a:prstGeom prst="roundRect">
              <a:avLst>
                <a:gd name="adj" fmla="val 0"/>
              </a:avLst>
            </a:prstGeom>
            <a:solidFill>
              <a:srgbClr val="69F0AE"/>
            </a:solidFill>
            <a:ln w="25400" cap="flat" cmpd="sng">
              <a:noFill/>
              <a:prstDash val="solid"/>
              <a:round/>
            </a:ln>
          </p:spPr>
          <p:txBody>
            <a:bodyPr vert="horz" wrap="square" lIns="63500" tIns="63500" rIns="63500" bIns="63500" rtlCol="0" anchor="ctr"/>
            <a:lstStyle/>
            <a:p>
              <a:pPr algn="ctr">
                <a:defRPr/>
              </a:pPr>
              <a:endParaRPr/>
            </a:p>
          </p:txBody>
        </p:sp>
        <p:sp>
          <p:nvSpPr>
            <p:cNvPr id="13" name="文本框 12"/>
            <p:cNvSpPr txBox="1"/>
            <p:nvPr/>
          </p:nvSpPr>
          <p:spPr>
            <a:xfrm>
              <a:off x="7140" y="2760"/>
              <a:ext cx="850" cy="680"/>
            </a:xfrm>
            <a:prstGeom prst="rect">
              <a:avLst/>
            </a:prstGeom>
            <a:noFill/>
          </p:spPr>
          <p:txBody>
            <a:bodyPr wrap="square" rtlCol="0" anchor="ctr" anchorCtr="0">
              <a:noAutofit/>
            </a:bodyPr>
            <a:lstStyle/>
            <a:p>
              <a:pPr algn="ctr"/>
              <a:r>
                <a:rPr lang="en-US" b="1" kern="0">
                  <a:solidFill>
                    <a:srgbClr val="69F0AE"/>
                  </a:solidFill>
                  <a:latin typeface="Noto Sans SC" panose="020B0200000000000000" charset="-122"/>
                  <a:ea typeface="Noto Sans SC" panose="020B0200000000000000" charset="-122"/>
                  <a:cs typeface="Noto Sans SC" panose="020B0200000000000000" charset="-122"/>
                </a:rPr>
                <a:t>01</a:t>
              </a:r>
            </a:p>
          </p:txBody>
        </p:sp>
        <p:sp>
          <p:nvSpPr>
            <p:cNvPr id="15" name="文本框 14"/>
            <p:cNvSpPr txBox="1"/>
            <p:nvPr/>
          </p:nvSpPr>
          <p:spPr>
            <a:xfrm>
              <a:off x="7990" y="2760"/>
              <a:ext cx="7654" cy="680"/>
            </a:xfrm>
            <a:prstGeom prst="rect">
              <a:avLst/>
            </a:prstGeom>
            <a:noFill/>
          </p:spPr>
          <p:txBody>
            <a:bodyPr wrap="square" rtlCol="0" anchor="ctr" anchorCtr="0">
              <a:noAutofit/>
            </a:bodyPr>
            <a:lstStyle/>
            <a:p>
              <a:pPr algn="ctr"/>
              <a:r>
                <a:rPr lang="zh-CN" altLang="en-US" b="1" kern="0">
                  <a:solidFill>
                    <a:srgbClr val="69F0AE"/>
                  </a:solidFill>
                  <a:latin typeface="Noto Sans SC" panose="020B0200000000000000" charset="-122"/>
                  <a:ea typeface="Noto Sans SC" panose="020B0200000000000000" charset="-122"/>
                  <a:cs typeface="Noto Sans SC" panose="020B0200000000000000" charset="-122"/>
                </a:rPr>
                <a:t>模型定位和介绍</a:t>
              </a:r>
            </a:p>
          </p:txBody>
        </p:sp>
      </p:grpSp>
      <p:grpSp>
        <p:nvGrpSpPr>
          <p:cNvPr id="18" name="组合 17"/>
          <p:cNvGrpSpPr/>
          <p:nvPr/>
        </p:nvGrpSpPr>
        <p:grpSpPr>
          <a:xfrm>
            <a:off x="4561205" y="3975100"/>
            <a:ext cx="5400040" cy="431800"/>
            <a:chOff x="7140" y="2760"/>
            <a:chExt cx="8504" cy="680"/>
          </a:xfrm>
        </p:grpSpPr>
        <p:sp>
          <p:nvSpPr>
            <p:cNvPr id="19" name="AutoShape 6"/>
            <p:cNvSpPr/>
            <p:nvPr/>
          </p:nvSpPr>
          <p:spPr>
            <a:xfrm>
              <a:off x="7140" y="2760"/>
              <a:ext cx="8504" cy="680"/>
            </a:xfrm>
            <a:prstGeom prst="roundRect">
              <a:avLst>
                <a:gd name="adj" fmla="val 0"/>
              </a:avLst>
            </a:prstGeom>
            <a:solidFill>
              <a:srgbClr val="FFE3B1">
                <a:alpha val="8000"/>
              </a:srgbClr>
            </a:solidFill>
            <a:ln w="12700" cap="flat" cmpd="sng">
              <a:solidFill>
                <a:srgbClr val="FFE3B1">
                  <a:alpha val="40000"/>
                </a:srgbClr>
              </a:solidFill>
              <a:prstDash val="solid"/>
              <a:round/>
            </a:ln>
          </p:spPr>
          <p:txBody>
            <a:bodyPr vert="horz" wrap="square" lIns="63500" tIns="63500" rIns="63500" bIns="63500" rtlCol="0" anchor="ctr"/>
            <a:lstStyle/>
            <a:p>
              <a:pPr algn="ctr">
                <a:defRPr/>
              </a:pPr>
              <a:endParaRPr>
                <a:solidFill>
                  <a:schemeClr val="bg1">
                    <a:lumMod val="50000"/>
                  </a:schemeClr>
                </a:solidFill>
              </a:endParaRPr>
            </a:p>
          </p:txBody>
        </p:sp>
        <p:sp>
          <p:nvSpPr>
            <p:cNvPr id="20" name="AutoShape 7"/>
            <p:cNvSpPr/>
            <p:nvPr/>
          </p:nvSpPr>
          <p:spPr>
            <a:xfrm>
              <a:off x="7140" y="2760"/>
              <a:ext cx="85" cy="680"/>
            </a:xfrm>
            <a:prstGeom prst="roundRect">
              <a:avLst>
                <a:gd name="adj" fmla="val 0"/>
              </a:avLst>
            </a:prstGeom>
            <a:solidFill>
              <a:srgbClr val="FFE3B1"/>
            </a:solidFill>
            <a:ln w="25400" cap="flat" cmpd="sng">
              <a:noFill/>
              <a:prstDash val="solid"/>
              <a:round/>
            </a:ln>
          </p:spPr>
          <p:txBody>
            <a:bodyPr vert="horz" wrap="square" lIns="63500" tIns="63500" rIns="63500" bIns="63500" rtlCol="0" anchor="ctr"/>
            <a:lstStyle/>
            <a:p>
              <a:pPr algn="ctr">
                <a:defRPr/>
              </a:pPr>
              <a:endParaRPr>
                <a:solidFill>
                  <a:schemeClr val="bg1">
                    <a:lumMod val="50000"/>
                  </a:schemeClr>
                </a:solidFill>
              </a:endParaRPr>
            </a:p>
          </p:txBody>
        </p:sp>
        <p:sp>
          <p:nvSpPr>
            <p:cNvPr id="21" name="文本框 20"/>
            <p:cNvSpPr txBox="1"/>
            <p:nvPr/>
          </p:nvSpPr>
          <p:spPr>
            <a:xfrm>
              <a:off x="7140" y="2760"/>
              <a:ext cx="850" cy="680"/>
            </a:xfrm>
            <a:prstGeom prst="rect">
              <a:avLst/>
            </a:prstGeom>
            <a:noFill/>
          </p:spPr>
          <p:txBody>
            <a:bodyPr wrap="square" rtlCol="0" anchor="ctr" anchorCtr="0">
              <a:noAutofit/>
            </a:bodyPr>
            <a:lstStyle/>
            <a:p>
              <a:pPr algn="ctr"/>
              <a:r>
                <a:rPr lang="en-US" b="1" kern="0">
                  <a:solidFill>
                    <a:srgbClr val="FFE3B1"/>
                  </a:solidFill>
                  <a:latin typeface="Noto Sans SC" panose="020B0200000000000000" charset="-122"/>
                  <a:ea typeface="Noto Sans SC" panose="020B0200000000000000" charset="-122"/>
                  <a:cs typeface="Noto Sans SC" panose="020B0200000000000000" charset="-122"/>
                </a:rPr>
                <a:t>05</a:t>
              </a:r>
            </a:p>
          </p:txBody>
        </p:sp>
        <p:sp>
          <p:nvSpPr>
            <p:cNvPr id="22" name="文本框 21"/>
            <p:cNvSpPr txBox="1"/>
            <p:nvPr/>
          </p:nvSpPr>
          <p:spPr>
            <a:xfrm>
              <a:off x="7990" y="2760"/>
              <a:ext cx="7654" cy="680"/>
            </a:xfrm>
            <a:prstGeom prst="rect">
              <a:avLst/>
            </a:prstGeom>
            <a:noFill/>
          </p:spPr>
          <p:txBody>
            <a:bodyPr wrap="square" rtlCol="0" anchor="ctr" anchorCtr="0">
              <a:noAutofit/>
            </a:bodyPr>
            <a:lstStyle/>
            <a:p>
              <a:pPr algn="ctr"/>
              <a:r>
                <a:rPr lang="zh-CN" altLang="en-US" b="1" kern="0">
                  <a:solidFill>
                    <a:srgbClr val="FFE3B1"/>
                  </a:solidFill>
                  <a:latin typeface="Noto Sans SC" panose="020B0200000000000000" charset="-122"/>
                  <a:ea typeface="Noto Sans SC" panose="020B0200000000000000" charset="-122"/>
                  <a:cs typeface="Noto Sans SC" panose="020B0200000000000000" charset="-122"/>
                </a:rPr>
                <a:t>模型训练、选型与评估</a:t>
              </a:r>
            </a:p>
          </p:txBody>
        </p:sp>
      </p:grpSp>
      <p:grpSp>
        <p:nvGrpSpPr>
          <p:cNvPr id="23" name="组合 22"/>
          <p:cNvGrpSpPr/>
          <p:nvPr/>
        </p:nvGrpSpPr>
        <p:grpSpPr>
          <a:xfrm>
            <a:off x="4561205" y="5086350"/>
            <a:ext cx="5400040" cy="431800"/>
            <a:chOff x="7140" y="2760"/>
            <a:chExt cx="8504" cy="680"/>
          </a:xfrm>
        </p:grpSpPr>
        <p:sp>
          <p:nvSpPr>
            <p:cNvPr id="24" name="AutoShape 6"/>
            <p:cNvSpPr/>
            <p:nvPr/>
          </p:nvSpPr>
          <p:spPr>
            <a:xfrm>
              <a:off x="7140" y="2760"/>
              <a:ext cx="8504" cy="680"/>
            </a:xfrm>
            <a:prstGeom prst="roundRect">
              <a:avLst>
                <a:gd name="adj" fmla="val 0"/>
              </a:avLst>
            </a:prstGeom>
            <a:solidFill>
              <a:schemeClr val="bg1">
                <a:lumMod val="50000"/>
                <a:alpha val="8000"/>
              </a:schemeClr>
            </a:solidFill>
            <a:ln w="12700" cap="flat" cmpd="sng">
              <a:solidFill>
                <a:schemeClr val="bg1">
                  <a:lumMod val="50000"/>
                  <a:alpha val="40000"/>
                </a:schemeClr>
              </a:solidFill>
              <a:prstDash val="solid"/>
              <a:round/>
            </a:ln>
          </p:spPr>
          <p:txBody>
            <a:bodyPr vert="horz" wrap="square" lIns="63500" tIns="63500" rIns="63500" bIns="63500" rtlCol="0" anchor="ctr"/>
            <a:lstStyle/>
            <a:p>
              <a:pPr algn="ctr">
                <a:defRPr/>
              </a:pPr>
              <a:endParaRPr>
                <a:solidFill>
                  <a:schemeClr val="bg1">
                    <a:lumMod val="50000"/>
                  </a:schemeClr>
                </a:solidFill>
              </a:endParaRPr>
            </a:p>
          </p:txBody>
        </p:sp>
        <p:sp>
          <p:nvSpPr>
            <p:cNvPr id="25" name="AutoShape 7"/>
            <p:cNvSpPr/>
            <p:nvPr/>
          </p:nvSpPr>
          <p:spPr>
            <a:xfrm>
              <a:off x="7140" y="2760"/>
              <a:ext cx="85" cy="680"/>
            </a:xfrm>
            <a:prstGeom prst="roundRect">
              <a:avLst>
                <a:gd name="adj" fmla="val 0"/>
              </a:avLst>
            </a:prstGeom>
            <a:solidFill>
              <a:schemeClr val="bg1">
                <a:lumMod val="50000"/>
              </a:schemeClr>
            </a:solidFill>
            <a:ln w="25400" cap="flat" cmpd="sng">
              <a:noFill/>
              <a:prstDash val="solid"/>
              <a:round/>
            </a:ln>
          </p:spPr>
          <p:txBody>
            <a:bodyPr vert="horz" wrap="square" lIns="63500" tIns="63500" rIns="63500" bIns="63500" rtlCol="0" anchor="ctr"/>
            <a:lstStyle/>
            <a:p>
              <a:pPr algn="ctr">
                <a:defRPr/>
              </a:pPr>
              <a:endParaRPr>
                <a:solidFill>
                  <a:schemeClr val="bg1">
                    <a:lumMod val="50000"/>
                  </a:schemeClr>
                </a:solidFill>
              </a:endParaRPr>
            </a:p>
          </p:txBody>
        </p:sp>
        <p:sp>
          <p:nvSpPr>
            <p:cNvPr id="26" name="文本框 25"/>
            <p:cNvSpPr txBox="1"/>
            <p:nvPr/>
          </p:nvSpPr>
          <p:spPr>
            <a:xfrm>
              <a:off x="7140" y="2760"/>
              <a:ext cx="850" cy="680"/>
            </a:xfrm>
            <a:prstGeom prst="rect">
              <a:avLst/>
            </a:prstGeom>
            <a:noFill/>
          </p:spPr>
          <p:txBody>
            <a:bodyPr wrap="square" rtlCol="0" anchor="ctr" anchorCtr="0">
              <a:noAutofit/>
            </a:bodyPr>
            <a:lstStyle/>
            <a:p>
              <a:pPr algn="ctr"/>
              <a:r>
                <a:rPr lang="en-US" b="1" kern="0">
                  <a:solidFill>
                    <a:schemeClr val="bg1">
                      <a:lumMod val="50000"/>
                    </a:schemeClr>
                  </a:solidFill>
                  <a:latin typeface="Noto Sans SC" panose="020B0200000000000000" charset="-122"/>
                  <a:ea typeface="Noto Sans SC" panose="020B0200000000000000" charset="-122"/>
                  <a:cs typeface="Noto Sans SC" panose="020B0200000000000000" charset="-122"/>
                </a:rPr>
                <a:t>07</a:t>
              </a:r>
            </a:p>
          </p:txBody>
        </p:sp>
        <p:sp>
          <p:nvSpPr>
            <p:cNvPr id="27" name="文本框 26"/>
            <p:cNvSpPr txBox="1"/>
            <p:nvPr/>
          </p:nvSpPr>
          <p:spPr>
            <a:xfrm>
              <a:off x="7990" y="2760"/>
              <a:ext cx="7654" cy="680"/>
            </a:xfrm>
            <a:prstGeom prst="rect">
              <a:avLst/>
            </a:prstGeom>
            <a:noFill/>
          </p:spPr>
          <p:txBody>
            <a:bodyPr wrap="square" rtlCol="0" anchor="ctr" anchorCtr="0">
              <a:noAutofit/>
            </a:bodyPr>
            <a:lstStyle/>
            <a:p>
              <a:pPr algn="ctr"/>
              <a:r>
                <a:rPr lang="zh-CN" altLang="en-US" b="1" kern="0">
                  <a:solidFill>
                    <a:schemeClr val="bg1">
                      <a:lumMod val="50000"/>
                    </a:schemeClr>
                  </a:solidFill>
                  <a:latin typeface="Noto Sans SC" panose="020B0200000000000000" charset="-122"/>
                  <a:ea typeface="Noto Sans SC" panose="020B0200000000000000" charset="-122"/>
                  <a:cs typeface="Noto Sans SC" panose="020B0200000000000000" charset="-122"/>
                </a:rPr>
                <a:t>智能体框架与工具使用</a:t>
              </a:r>
            </a:p>
          </p:txBody>
        </p:sp>
      </p:grpSp>
      <p:grpSp>
        <p:nvGrpSpPr>
          <p:cNvPr id="28" name="组合 27"/>
          <p:cNvGrpSpPr/>
          <p:nvPr/>
        </p:nvGrpSpPr>
        <p:grpSpPr>
          <a:xfrm>
            <a:off x="4561205" y="2308225"/>
            <a:ext cx="5400040" cy="431800"/>
            <a:chOff x="7140" y="2760"/>
            <a:chExt cx="8504" cy="680"/>
          </a:xfrm>
        </p:grpSpPr>
        <p:sp>
          <p:nvSpPr>
            <p:cNvPr id="29" name="AutoShape 6"/>
            <p:cNvSpPr/>
            <p:nvPr/>
          </p:nvSpPr>
          <p:spPr>
            <a:xfrm>
              <a:off x="7140" y="2760"/>
              <a:ext cx="8504" cy="680"/>
            </a:xfrm>
            <a:prstGeom prst="roundRect">
              <a:avLst>
                <a:gd name="adj" fmla="val 0"/>
              </a:avLst>
            </a:prstGeom>
            <a:solidFill>
              <a:srgbClr val="69F0AE">
                <a:alpha val="8000"/>
              </a:srgbClr>
            </a:solidFill>
            <a:ln w="12700" cap="flat" cmpd="sng">
              <a:solidFill>
                <a:srgbClr val="69F0AE">
                  <a:alpha val="40000"/>
                </a:srgbClr>
              </a:solidFill>
              <a:prstDash val="solid"/>
              <a:round/>
            </a:ln>
          </p:spPr>
          <p:txBody>
            <a:bodyPr vert="horz" wrap="square" lIns="63500" tIns="63500" rIns="63500" bIns="63500" rtlCol="0" anchor="ctr"/>
            <a:lstStyle/>
            <a:p>
              <a:pPr algn="ctr">
                <a:defRPr/>
              </a:pPr>
              <a:endParaRPr/>
            </a:p>
          </p:txBody>
        </p:sp>
        <p:sp>
          <p:nvSpPr>
            <p:cNvPr id="30" name="AutoShape 7"/>
            <p:cNvSpPr/>
            <p:nvPr/>
          </p:nvSpPr>
          <p:spPr>
            <a:xfrm>
              <a:off x="7140" y="2760"/>
              <a:ext cx="85" cy="680"/>
            </a:xfrm>
            <a:prstGeom prst="roundRect">
              <a:avLst>
                <a:gd name="adj" fmla="val 0"/>
              </a:avLst>
            </a:prstGeom>
            <a:solidFill>
              <a:srgbClr val="69F0AE"/>
            </a:solidFill>
            <a:ln w="25400" cap="flat" cmpd="sng">
              <a:noFill/>
              <a:prstDash val="solid"/>
              <a:round/>
            </a:ln>
          </p:spPr>
          <p:txBody>
            <a:bodyPr vert="horz" wrap="square" lIns="63500" tIns="63500" rIns="63500" bIns="63500" rtlCol="0" anchor="ctr"/>
            <a:lstStyle/>
            <a:p>
              <a:pPr algn="ctr">
                <a:defRPr/>
              </a:pPr>
              <a:endParaRPr/>
            </a:p>
          </p:txBody>
        </p:sp>
        <p:sp>
          <p:nvSpPr>
            <p:cNvPr id="31" name="文本框 30"/>
            <p:cNvSpPr txBox="1"/>
            <p:nvPr/>
          </p:nvSpPr>
          <p:spPr>
            <a:xfrm>
              <a:off x="7140" y="2760"/>
              <a:ext cx="850" cy="680"/>
            </a:xfrm>
            <a:prstGeom prst="rect">
              <a:avLst/>
            </a:prstGeom>
            <a:noFill/>
          </p:spPr>
          <p:txBody>
            <a:bodyPr wrap="square" rtlCol="0" anchor="ctr" anchorCtr="0">
              <a:noAutofit/>
            </a:bodyPr>
            <a:lstStyle/>
            <a:p>
              <a:pPr algn="ctr"/>
              <a:r>
                <a:rPr lang="en-US" b="1" kern="0">
                  <a:solidFill>
                    <a:srgbClr val="69F0AE"/>
                  </a:solidFill>
                  <a:latin typeface="Noto Sans SC" panose="020B0200000000000000" charset="-122"/>
                  <a:ea typeface="Noto Sans SC" panose="020B0200000000000000" charset="-122"/>
                  <a:cs typeface="Noto Sans SC" panose="020B0200000000000000" charset="-122"/>
                </a:rPr>
                <a:t>02</a:t>
              </a:r>
            </a:p>
          </p:txBody>
        </p:sp>
        <p:sp>
          <p:nvSpPr>
            <p:cNvPr id="32" name="文本框 31"/>
            <p:cNvSpPr txBox="1"/>
            <p:nvPr/>
          </p:nvSpPr>
          <p:spPr>
            <a:xfrm>
              <a:off x="7990" y="2760"/>
              <a:ext cx="7654" cy="680"/>
            </a:xfrm>
            <a:prstGeom prst="rect">
              <a:avLst/>
            </a:prstGeom>
            <a:noFill/>
          </p:spPr>
          <p:txBody>
            <a:bodyPr wrap="square" rtlCol="0" anchor="ctr" anchorCtr="0">
              <a:noAutofit/>
            </a:bodyPr>
            <a:lstStyle/>
            <a:p>
              <a:pPr algn="ctr"/>
              <a:r>
                <a:rPr lang="zh-CN" altLang="en-US" b="1" kern="0">
                  <a:solidFill>
                    <a:srgbClr val="69F0AE"/>
                  </a:solidFill>
                  <a:latin typeface="Noto Sans SC" panose="020B0200000000000000" charset="-122"/>
                  <a:ea typeface="Noto Sans SC" panose="020B0200000000000000" charset="-122"/>
                  <a:cs typeface="Noto Sans SC" panose="020B0200000000000000" charset="-122"/>
                </a:rPr>
                <a:t>生成机制</a:t>
              </a:r>
            </a:p>
          </p:txBody>
        </p:sp>
      </p:grpSp>
      <p:grpSp>
        <p:nvGrpSpPr>
          <p:cNvPr id="33" name="组合 32"/>
          <p:cNvGrpSpPr/>
          <p:nvPr/>
        </p:nvGrpSpPr>
        <p:grpSpPr>
          <a:xfrm>
            <a:off x="4561205" y="2863850"/>
            <a:ext cx="5400040" cy="431800"/>
            <a:chOff x="7140" y="2760"/>
            <a:chExt cx="8504" cy="680"/>
          </a:xfrm>
        </p:grpSpPr>
        <p:sp>
          <p:nvSpPr>
            <p:cNvPr id="34" name="AutoShape 6"/>
            <p:cNvSpPr/>
            <p:nvPr/>
          </p:nvSpPr>
          <p:spPr>
            <a:xfrm>
              <a:off x="7140" y="2760"/>
              <a:ext cx="8504" cy="680"/>
            </a:xfrm>
            <a:prstGeom prst="roundRect">
              <a:avLst>
                <a:gd name="adj" fmla="val 0"/>
              </a:avLst>
            </a:prstGeom>
            <a:solidFill>
              <a:srgbClr val="69F0AE">
                <a:alpha val="8000"/>
              </a:srgbClr>
            </a:solidFill>
            <a:ln w="12700" cap="flat" cmpd="sng">
              <a:solidFill>
                <a:srgbClr val="69F0AE">
                  <a:alpha val="40000"/>
                </a:srgbClr>
              </a:solidFill>
              <a:prstDash val="solid"/>
              <a:round/>
            </a:ln>
          </p:spPr>
          <p:txBody>
            <a:bodyPr vert="horz" wrap="square" lIns="63500" tIns="63500" rIns="63500" bIns="63500" rtlCol="0" anchor="ctr"/>
            <a:lstStyle/>
            <a:p>
              <a:pPr algn="ctr">
                <a:defRPr/>
              </a:pPr>
              <a:endParaRPr/>
            </a:p>
          </p:txBody>
        </p:sp>
        <p:sp>
          <p:nvSpPr>
            <p:cNvPr id="35" name="AutoShape 7"/>
            <p:cNvSpPr/>
            <p:nvPr/>
          </p:nvSpPr>
          <p:spPr>
            <a:xfrm>
              <a:off x="7140" y="2760"/>
              <a:ext cx="85" cy="680"/>
            </a:xfrm>
            <a:prstGeom prst="roundRect">
              <a:avLst>
                <a:gd name="adj" fmla="val 0"/>
              </a:avLst>
            </a:prstGeom>
            <a:solidFill>
              <a:srgbClr val="69F0AE"/>
            </a:solidFill>
            <a:ln w="25400" cap="flat" cmpd="sng">
              <a:noFill/>
              <a:prstDash val="solid"/>
              <a:round/>
            </a:ln>
          </p:spPr>
          <p:txBody>
            <a:bodyPr vert="horz" wrap="square" lIns="63500" tIns="63500" rIns="63500" bIns="63500" rtlCol="0" anchor="ctr"/>
            <a:lstStyle/>
            <a:p>
              <a:pPr algn="ctr">
                <a:defRPr/>
              </a:pPr>
              <a:endParaRPr/>
            </a:p>
          </p:txBody>
        </p:sp>
        <p:sp>
          <p:nvSpPr>
            <p:cNvPr id="36" name="文本框 35"/>
            <p:cNvSpPr txBox="1"/>
            <p:nvPr/>
          </p:nvSpPr>
          <p:spPr>
            <a:xfrm>
              <a:off x="7140" y="2760"/>
              <a:ext cx="850" cy="680"/>
            </a:xfrm>
            <a:prstGeom prst="rect">
              <a:avLst/>
            </a:prstGeom>
            <a:noFill/>
          </p:spPr>
          <p:txBody>
            <a:bodyPr wrap="square" rtlCol="0" anchor="ctr" anchorCtr="0">
              <a:noAutofit/>
            </a:bodyPr>
            <a:lstStyle/>
            <a:p>
              <a:pPr algn="ctr"/>
              <a:r>
                <a:rPr lang="en-US" b="1" kern="0">
                  <a:solidFill>
                    <a:srgbClr val="69F0AE"/>
                  </a:solidFill>
                  <a:latin typeface="Noto Sans SC" panose="020B0200000000000000" charset="-122"/>
                  <a:ea typeface="Noto Sans SC" panose="020B0200000000000000" charset="-122"/>
                  <a:cs typeface="Noto Sans SC" panose="020B0200000000000000" charset="-122"/>
                </a:rPr>
                <a:t>03</a:t>
              </a:r>
            </a:p>
          </p:txBody>
        </p:sp>
        <p:sp>
          <p:nvSpPr>
            <p:cNvPr id="37" name="文本框 36"/>
            <p:cNvSpPr txBox="1"/>
            <p:nvPr/>
          </p:nvSpPr>
          <p:spPr>
            <a:xfrm>
              <a:off x="7990" y="2760"/>
              <a:ext cx="7654" cy="680"/>
            </a:xfrm>
            <a:prstGeom prst="rect">
              <a:avLst/>
            </a:prstGeom>
            <a:noFill/>
          </p:spPr>
          <p:txBody>
            <a:bodyPr wrap="square" rtlCol="0" anchor="ctr" anchorCtr="0">
              <a:noAutofit/>
            </a:bodyPr>
            <a:lstStyle/>
            <a:p>
              <a:pPr algn="ctr"/>
              <a:r>
                <a:rPr lang="en-US" altLang="zh-CN" b="1" kern="0">
                  <a:solidFill>
                    <a:srgbClr val="69F0AE"/>
                  </a:solidFill>
                  <a:latin typeface="Noto Sans SC" panose="020B0200000000000000" charset="-122"/>
                  <a:ea typeface="Noto Sans SC" panose="020B0200000000000000" charset="-122"/>
                  <a:cs typeface="Noto Sans SC" panose="020B0200000000000000" charset="-122"/>
                </a:rPr>
                <a:t>token </a:t>
              </a:r>
              <a:r>
                <a:rPr lang="zh-CN" altLang="en-US" b="1" kern="0">
                  <a:solidFill>
                    <a:srgbClr val="69F0AE"/>
                  </a:solidFill>
                  <a:latin typeface="Noto Sans SC" panose="020B0200000000000000" charset="-122"/>
                  <a:ea typeface="SimSun" pitchFamily="2" charset="-122"/>
                  <a:cs typeface="Noto Sans SC" panose="020B0200000000000000" charset="-122"/>
                </a:rPr>
                <a:t>和</a:t>
              </a:r>
              <a:r>
                <a:rPr lang="en-US" altLang="zh-CN" b="1" kern="0">
                  <a:solidFill>
                    <a:srgbClr val="69F0AE"/>
                  </a:solidFill>
                  <a:latin typeface="Noto Sans SC" panose="020B0200000000000000" charset="-122"/>
                  <a:ea typeface="SimSun" pitchFamily="2" charset="-122"/>
                  <a:cs typeface="Noto Sans SC" panose="020B0200000000000000" charset="-122"/>
                </a:rPr>
                <a:t> </a:t>
              </a:r>
              <a:r>
                <a:rPr lang="en-US" altLang="zh-CN" b="1" kern="0">
                  <a:solidFill>
                    <a:srgbClr val="69F0AE"/>
                  </a:solidFill>
                  <a:latin typeface="Noto Sans SC" panose="020B0200000000000000" charset="-122"/>
                  <a:ea typeface="Noto Sans SC" panose="020B0200000000000000" charset="-122"/>
                  <a:cs typeface="Noto Sans SC" panose="020B0200000000000000" charset="-122"/>
                </a:rPr>
                <a:t>embedding</a:t>
              </a:r>
            </a:p>
          </p:txBody>
        </p:sp>
      </p:grpSp>
      <p:grpSp>
        <p:nvGrpSpPr>
          <p:cNvPr id="38" name="组合 37"/>
          <p:cNvGrpSpPr/>
          <p:nvPr/>
        </p:nvGrpSpPr>
        <p:grpSpPr>
          <a:xfrm>
            <a:off x="4561205" y="3419475"/>
            <a:ext cx="5400040" cy="431800"/>
            <a:chOff x="7140" y="2760"/>
            <a:chExt cx="8504" cy="680"/>
          </a:xfrm>
        </p:grpSpPr>
        <p:sp>
          <p:nvSpPr>
            <p:cNvPr id="39" name="AutoShape 6"/>
            <p:cNvSpPr/>
            <p:nvPr/>
          </p:nvSpPr>
          <p:spPr>
            <a:xfrm>
              <a:off x="7140" y="2760"/>
              <a:ext cx="8504" cy="680"/>
            </a:xfrm>
            <a:prstGeom prst="roundRect">
              <a:avLst>
                <a:gd name="adj" fmla="val 0"/>
              </a:avLst>
            </a:prstGeom>
            <a:solidFill>
              <a:srgbClr val="69F0AE">
                <a:alpha val="8000"/>
              </a:srgbClr>
            </a:solidFill>
            <a:ln w="12700" cap="flat" cmpd="sng">
              <a:solidFill>
                <a:srgbClr val="69F0AE">
                  <a:alpha val="40000"/>
                </a:srgbClr>
              </a:solidFill>
              <a:prstDash val="solid"/>
              <a:round/>
            </a:ln>
          </p:spPr>
          <p:txBody>
            <a:bodyPr vert="horz" wrap="square" lIns="63500" tIns="63500" rIns="63500" bIns="63500" rtlCol="0" anchor="ctr"/>
            <a:lstStyle/>
            <a:p>
              <a:pPr algn="ctr">
                <a:defRPr/>
              </a:pPr>
              <a:endParaRPr>
                <a:solidFill>
                  <a:schemeClr val="bg1">
                    <a:lumMod val="50000"/>
                  </a:schemeClr>
                </a:solidFill>
              </a:endParaRPr>
            </a:p>
          </p:txBody>
        </p:sp>
        <p:sp>
          <p:nvSpPr>
            <p:cNvPr id="40" name="AutoShape 7"/>
            <p:cNvSpPr/>
            <p:nvPr/>
          </p:nvSpPr>
          <p:spPr>
            <a:xfrm>
              <a:off x="7140" y="2760"/>
              <a:ext cx="85" cy="680"/>
            </a:xfrm>
            <a:prstGeom prst="roundRect">
              <a:avLst>
                <a:gd name="adj" fmla="val 0"/>
              </a:avLst>
            </a:prstGeom>
            <a:solidFill>
              <a:srgbClr val="69F0AE"/>
            </a:solidFill>
            <a:ln w="25400" cap="flat" cmpd="sng">
              <a:noFill/>
              <a:prstDash val="solid"/>
              <a:round/>
            </a:ln>
          </p:spPr>
          <p:txBody>
            <a:bodyPr vert="horz" wrap="square" lIns="63500" tIns="63500" rIns="63500" bIns="63500" rtlCol="0" anchor="ctr"/>
            <a:lstStyle/>
            <a:p>
              <a:pPr algn="ctr">
                <a:defRPr/>
              </a:pPr>
              <a:endParaRPr>
                <a:solidFill>
                  <a:schemeClr val="bg1">
                    <a:lumMod val="50000"/>
                  </a:schemeClr>
                </a:solidFill>
              </a:endParaRPr>
            </a:p>
          </p:txBody>
        </p:sp>
        <p:sp>
          <p:nvSpPr>
            <p:cNvPr id="41" name="文本框 40"/>
            <p:cNvSpPr txBox="1"/>
            <p:nvPr/>
          </p:nvSpPr>
          <p:spPr>
            <a:xfrm>
              <a:off x="7140" y="2760"/>
              <a:ext cx="850" cy="680"/>
            </a:xfrm>
            <a:prstGeom prst="rect">
              <a:avLst/>
            </a:prstGeom>
            <a:noFill/>
          </p:spPr>
          <p:txBody>
            <a:bodyPr wrap="square" rtlCol="0" anchor="ctr" anchorCtr="0">
              <a:noAutofit/>
            </a:bodyPr>
            <a:lstStyle/>
            <a:p>
              <a:pPr algn="ctr"/>
              <a:r>
                <a:rPr lang="en-US" b="1" kern="0">
                  <a:solidFill>
                    <a:srgbClr val="69F0AE"/>
                  </a:solidFill>
                  <a:latin typeface="Noto Sans SC" panose="020B0200000000000000" charset="-122"/>
                  <a:ea typeface="Noto Sans SC" panose="020B0200000000000000" charset="-122"/>
                  <a:cs typeface="Noto Sans SC" panose="020B0200000000000000" charset="-122"/>
                </a:rPr>
                <a:t>04</a:t>
              </a:r>
            </a:p>
          </p:txBody>
        </p:sp>
        <p:sp>
          <p:nvSpPr>
            <p:cNvPr id="42" name="文本框 41"/>
            <p:cNvSpPr txBox="1"/>
            <p:nvPr/>
          </p:nvSpPr>
          <p:spPr>
            <a:xfrm>
              <a:off x="7990" y="2760"/>
              <a:ext cx="7654" cy="680"/>
            </a:xfrm>
            <a:prstGeom prst="rect">
              <a:avLst/>
            </a:prstGeom>
            <a:noFill/>
          </p:spPr>
          <p:txBody>
            <a:bodyPr wrap="square" rtlCol="0" anchor="ctr" anchorCtr="0">
              <a:noAutofit/>
            </a:bodyPr>
            <a:lstStyle/>
            <a:p>
              <a:pPr algn="ctr"/>
              <a:r>
                <a:rPr lang="zh-CN" altLang="en-US" b="1" kern="0">
                  <a:solidFill>
                    <a:srgbClr val="69F0AE"/>
                  </a:solidFill>
                  <a:latin typeface="Noto Sans SC" panose="020B0200000000000000" charset="-122"/>
                  <a:ea typeface="Noto Sans SC" panose="020B0200000000000000" charset="-122"/>
                  <a:cs typeface="Noto Sans SC" panose="020B0200000000000000" charset="-122"/>
                </a:rPr>
                <a:t>注意力、算力和模型大小</a:t>
              </a:r>
            </a:p>
          </p:txBody>
        </p:sp>
      </p:grpSp>
      <p:grpSp>
        <p:nvGrpSpPr>
          <p:cNvPr id="43" name="组合 42"/>
          <p:cNvGrpSpPr/>
          <p:nvPr/>
        </p:nvGrpSpPr>
        <p:grpSpPr>
          <a:xfrm>
            <a:off x="4561205" y="4530725"/>
            <a:ext cx="5400040" cy="431800"/>
            <a:chOff x="7140" y="2760"/>
            <a:chExt cx="8504" cy="680"/>
          </a:xfrm>
        </p:grpSpPr>
        <p:sp>
          <p:nvSpPr>
            <p:cNvPr id="44" name="AutoShape 6"/>
            <p:cNvSpPr/>
            <p:nvPr/>
          </p:nvSpPr>
          <p:spPr>
            <a:xfrm>
              <a:off x="7140" y="2760"/>
              <a:ext cx="8504" cy="680"/>
            </a:xfrm>
            <a:prstGeom prst="roundRect">
              <a:avLst>
                <a:gd name="adj" fmla="val 0"/>
              </a:avLst>
            </a:prstGeom>
            <a:solidFill>
              <a:schemeClr val="bg1">
                <a:lumMod val="50000"/>
                <a:alpha val="8000"/>
              </a:schemeClr>
            </a:solidFill>
            <a:ln w="12700" cap="flat" cmpd="sng">
              <a:solidFill>
                <a:schemeClr val="bg1">
                  <a:lumMod val="50000"/>
                  <a:alpha val="40000"/>
                </a:schemeClr>
              </a:solidFill>
              <a:prstDash val="solid"/>
              <a:round/>
            </a:ln>
          </p:spPr>
          <p:txBody>
            <a:bodyPr vert="horz" wrap="square" lIns="63500" tIns="63500" rIns="63500" bIns="63500" rtlCol="0" anchor="ctr"/>
            <a:lstStyle/>
            <a:p>
              <a:pPr algn="ctr">
                <a:defRPr/>
              </a:pPr>
              <a:endParaRPr>
                <a:solidFill>
                  <a:schemeClr val="bg1">
                    <a:lumMod val="50000"/>
                  </a:schemeClr>
                </a:solidFill>
              </a:endParaRPr>
            </a:p>
          </p:txBody>
        </p:sp>
        <p:sp>
          <p:nvSpPr>
            <p:cNvPr id="45" name="AutoShape 7"/>
            <p:cNvSpPr/>
            <p:nvPr/>
          </p:nvSpPr>
          <p:spPr>
            <a:xfrm>
              <a:off x="7140" y="2760"/>
              <a:ext cx="85" cy="680"/>
            </a:xfrm>
            <a:prstGeom prst="roundRect">
              <a:avLst>
                <a:gd name="adj" fmla="val 0"/>
              </a:avLst>
            </a:prstGeom>
            <a:solidFill>
              <a:schemeClr val="bg1">
                <a:lumMod val="50000"/>
              </a:schemeClr>
            </a:solidFill>
            <a:ln w="25400" cap="flat" cmpd="sng">
              <a:noFill/>
              <a:prstDash val="solid"/>
              <a:round/>
            </a:ln>
          </p:spPr>
          <p:txBody>
            <a:bodyPr vert="horz" wrap="square" lIns="63500" tIns="63500" rIns="63500" bIns="63500" rtlCol="0" anchor="ctr"/>
            <a:lstStyle/>
            <a:p>
              <a:pPr algn="ctr">
                <a:defRPr/>
              </a:pPr>
              <a:endParaRPr>
                <a:solidFill>
                  <a:schemeClr val="bg1">
                    <a:lumMod val="50000"/>
                  </a:schemeClr>
                </a:solidFill>
              </a:endParaRPr>
            </a:p>
          </p:txBody>
        </p:sp>
        <p:sp>
          <p:nvSpPr>
            <p:cNvPr id="46" name="文本框 45"/>
            <p:cNvSpPr txBox="1"/>
            <p:nvPr/>
          </p:nvSpPr>
          <p:spPr>
            <a:xfrm>
              <a:off x="7140" y="2760"/>
              <a:ext cx="850" cy="680"/>
            </a:xfrm>
            <a:prstGeom prst="rect">
              <a:avLst/>
            </a:prstGeom>
            <a:noFill/>
          </p:spPr>
          <p:txBody>
            <a:bodyPr wrap="square" rtlCol="0" anchor="ctr" anchorCtr="0">
              <a:noAutofit/>
            </a:bodyPr>
            <a:lstStyle/>
            <a:p>
              <a:pPr algn="ctr"/>
              <a:r>
                <a:rPr lang="en-US" b="1" kern="0">
                  <a:solidFill>
                    <a:schemeClr val="bg1">
                      <a:lumMod val="50000"/>
                    </a:schemeClr>
                  </a:solidFill>
                  <a:latin typeface="Noto Sans SC" panose="020B0200000000000000" charset="-122"/>
                  <a:ea typeface="Noto Sans SC" panose="020B0200000000000000" charset="-122"/>
                  <a:cs typeface="Noto Sans SC" panose="020B0200000000000000" charset="-122"/>
                </a:rPr>
                <a:t>06</a:t>
              </a:r>
            </a:p>
          </p:txBody>
        </p:sp>
        <p:sp>
          <p:nvSpPr>
            <p:cNvPr id="47" name="文本框 46"/>
            <p:cNvSpPr txBox="1"/>
            <p:nvPr/>
          </p:nvSpPr>
          <p:spPr>
            <a:xfrm>
              <a:off x="7990" y="2760"/>
              <a:ext cx="7654" cy="680"/>
            </a:xfrm>
            <a:prstGeom prst="rect">
              <a:avLst/>
            </a:prstGeom>
            <a:noFill/>
          </p:spPr>
          <p:txBody>
            <a:bodyPr wrap="square" rtlCol="0" anchor="ctr" anchorCtr="0">
              <a:noAutofit/>
            </a:bodyPr>
            <a:lstStyle/>
            <a:p>
              <a:pPr algn="ctr"/>
              <a:r>
                <a:rPr lang="zh-CN" altLang="en-US" b="1" kern="0">
                  <a:solidFill>
                    <a:schemeClr val="bg1">
                      <a:lumMod val="50000"/>
                    </a:schemeClr>
                  </a:solidFill>
                  <a:latin typeface="Noto Sans SC" panose="020B0200000000000000" charset="-122"/>
                  <a:ea typeface="Noto Sans SC" panose="020B0200000000000000" charset="-122"/>
                  <a:cs typeface="Noto Sans SC" panose="020B0200000000000000" charset="-122"/>
                </a:rPr>
                <a:t>提示词技术</a:t>
              </a:r>
            </a:p>
          </p:txBody>
        </p:sp>
      </p:grpSp>
      <p:grpSp>
        <p:nvGrpSpPr>
          <p:cNvPr id="48" name="组合 47"/>
          <p:cNvGrpSpPr/>
          <p:nvPr/>
        </p:nvGrpSpPr>
        <p:grpSpPr>
          <a:xfrm>
            <a:off x="4561205" y="5641975"/>
            <a:ext cx="5400040" cy="431800"/>
            <a:chOff x="7140" y="2760"/>
            <a:chExt cx="8504" cy="680"/>
          </a:xfrm>
        </p:grpSpPr>
        <p:sp>
          <p:nvSpPr>
            <p:cNvPr id="49" name="AutoShape 6"/>
            <p:cNvSpPr/>
            <p:nvPr/>
          </p:nvSpPr>
          <p:spPr>
            <a:xfrm>
              <a:off x="7140" y="2760"/>
              <a:ext cx="8504" cy="680"/>
            </a:xfrm>
            <a:prstGeom prst="roundRect">
              <a:avLst>
                <a:gd name="adj" fmla="val 0"/>
              </a:avLst>
            </a:prstGeom>
            <a:solidFill>
              <a:schemeClr val="bg1">
                <a:lumMod val="50000"/>
                <a:alpha val="8000"/>
              </a:schemeClr>
            </a:solidFill>
            <a:ln w="12700" cap="flat" cmpd="sng">
              <a:solidFill>
                <a:schemeClr val="bg1">
                  <a:lumMod val="50000"/>
                  <a:alpha val="40000"/>
                </a:schemeClr>
              </a:solidFill>
              <a:prstDash val="solid"/>
              <a:round/>
            </a:ln>
          </p:spPr>
          <p:txBody>
            <a:bodyPr vert="horz" wrap="square" lIns="63500" tIns="63500" rIns="63500" bIns="63500" rtlCol="0" anchor="ctr"/>
            <a:lstStyle/>
            <a:p>
              <a:pPr algn="ctr">
                <a:defRPr/>
              </a:pPr>
              <a:endParaRPr>
                <a:solidFill>
                  <a:schemeClr val="bg1">
                    <a:lumMod val="50000"/>
                  </a:schemeClr>
                </a:solidFill>
              </a:endParaRPr>
            </a:p>
          </p:txBody>
        </p:sp>
        <p:sp>
          <p:nvSpPr>
            <p:cNvPr id="50" name="AutoShape 7"/>
            <p:cNvSpPr/>
            <p:nvPr/>
          </p:nvSpPr>
          <p:spPr>
            <a:xfrm>
              <a:off x="7140" y="2760"/>
              <a:ext cx="85" cy="680"/>
            </a:xfrm>
            <a:prstGeom prst="roundRect">
              <a:avLst>
                <a:gd name="adj" fmla="val 0"/>
              </a:avLst>
            </a:prstGeom>
            <a:solidFill>
              <a:schemeClr val="bg1">
                <a:lumMod val="50000"/>
              </a:schemeClr>
            </a:solidFill>
            <a:ln w="25400" cap="flat" cmpd="sng">
              <a:noFill/>
              <a:prstDash val="solid"/>
              <a:round/>
            </a:ln>
          </p:spPr>
          <p:txBody>
            <a:bodyPr vert="horz" wrap="square" lIns="63500" tIns="63500" rIns="63500" bIns="63500" rtlCol="0" anchor="ctr"/>
            <a:lstStyle/>
            <a:p>
              <a:pPr algn="ctr">
                <a:defRPr/>
              </a:pPr>
              <a:endParaRPr>
                <a:solidFill>
                  <a:schemeClr val="bg1">
                    <a:lumMod val="50000"/>
                  </a:schemeClr>
                </a:solidFill>
              </a:endParaRPr>
            </a:p>
          </p:txBody>
        </p:sp>
        <p:sp>
          <p:nvSpPr>
            <p:cNvPr id="51" name="文本框 50"/>
            <p:cNvSpPr txBox="1"/>
            <p:nvPr/>
          </p:nvSpPr>
          <p:spPr>
            <a:xfrm>
              <a:off x="7140" y="2760"/>
              <a:ext cx="850" cy="680"/>
            </a:xfrm>
            <a:prstGeom prst="rect">
              <a:avLst/>
            </a:prstGeom>
            <a:noFill/>
          </p:spPr>
          <p:txBody>
            <a:bodyPr wrap="square" rtlCol="0" anchor="ctr" anchorCtr="0">
              <a:noAutofit/>
            </a:bodyPr>
            <a:lstStyle/>
            <a:p>
              <a:pPr algn="ctr"/>
              <a:r>
                <a:rPr lang="en-US" b="1" kern="0">
                  <a:solidFill>
                    <a:schemeClr val="bg1">
                      <a:lumMod val="50000"/>
                    </a:schemeClr>
                  </a:solidFill>
                  <a:latin typeface="Noto Sans SC" panose="020B0200000000000000" charset="-122"/>
                  <a:ea typeface="Noto Sans SC" panose="020B0200000000000000" charset="-122"/>
                  <a:cs typeface="Noto Sans SC" panose="020B0200000000000000" charset="-122"/>
                </a:rPr>
                <a:t>08</a:t>
              </a:r>
            </a:p>
          </p:txBody>
        </p:sp>
        <p:sp>
          <p:nvSpPr>
            <p:cNvPr id="52" name="文本框 51"/>
            <p:cNvSpPr txBox="1"/>
            <p:nvPr/>
          </p:nvSpPr>
          <p:spPr>
            <a:xfrm>
              <a:off x="7990" y="2760"/>
              <a:ext cx="7654" cy="680"/>
            </a:xfrm>
            <a:prstGeom prst="rect">
              <a:avLst/>
            </a:prstGeom>
            <a:noFill/>
          </p:spPr>
          <p:txBody>
            <a:bodyPr wrap="square" rtlCol="0" anchor="ctr" anchorCtr="0">
              <a:noAutofit/>
            </a:bodyPr>
            <a:lstStyle/>
            <a:p>
              <a:pPr algn="ctr"/>
              <a:r>
                <a:rPr lang="zh-CN" altLang="en-US" b="1" kern="0">
                  <a:solidFill>
                    <a:schemeClr val="bg1">
                      <a:lumMod val="50000"/>
                    </a:schemeClr>
                  </a:solidFill>
                  <a:latin typeface="Noto Sans SC" panose="020B0200000000000000" charset="-122"/>
                  <a:ea typeface="Noto Sans SC" panose="020B0200000000000000" charset="-122"/>
                  <a:cs typeface="Noto Sans SC" panose="020B0200000000000000" charset="-122"/>
                </a:rPr>
                <a:t>智能体记忆与案例剖析</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nodeType="with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500"/>
                                        <p:tgtEl>
                                          <p:spTgt spid="17"/>
                                        </p:tgtEl>
                                      </p:cBhvr>
                                    </p:animEffect>
                                  </p:childTnLst>
                                </p:cTn>
                              </p:par>
                              <p:par>
                                <p:cTn id="20" presetID="10" presetClass="entr" presetSubtype="0" fill="hold" nodeType="with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fade">
                                      <p:cBhvr>
                                        <p:cTn id="22" dur="500"/>
                                        <p:tgtEl>
                                          <p:spTgt spid="28"/>
                                        </p:tgtEl>
                                      </p:cBhvr>
                                    </p:animEffect>
                                  </p:childTnLst>
                                </p:cTn>
                              </p:par>
                              <p:par>
                                <p:cTn id="23" presetID="10" presetClass="entr" presetSubtype="0" fill="hold" nodeType="withEffect">
                                  <p:stCondLst>
                                    <p:cond delay="0"/>
                                  </p:stCondLst>
                                  <p:childTnLst>
                                    <p:set>
                                      <p:cBhvr>
                                        <p:cTn id="24" dur="1" fill="hold">
                                          <p:stCondLst>
                                            <p:cond delay="0"/>
                                          </p:stCondLst>
                                        </p:cTn>
                                        <p:tgtEl>
                                          <p:spTgt spid="33"/>
                                        </p:tgtEl>
                                        <p:attrNameLst>
                                          <p:attrName>style.visibility</p:attrName>
                                        </p:attrNameLst>
                                      </p:cBhvr>
                                      <p:to>
                                        <p:strVal val="visible"/>
                                      </p:to>
                                    </p:set>
                                    <p:animEffect transition="in" filter="fade">
                                      <p:cBhvr>
                                        <p:cTn id="25" dur="500"/>
                                        <p:tgtEl>
                                          <p:spTgt spid="33"/>
                                        </p:tgtEl>
                                      </p:cBhvr>
                                    </p:animEffect>
                                  </p:childTnLst>
                                </p:cTn>
                              </p:par>
                              <p:par>
                                <p:cTn id="26" presetID="10" presetClass="entr" presetSubtype="0" fill="hold" nodeType="withEffect">
                                  <p:stCondLst>
                                    <p:cond delay="0"/>
                                  </p:stCondLst>
                                  <p:childTnLst>
                                    <p:set>
                                      <p:cBhvr>
                                        <p:cTn id="27" dur="1" fill="hold">
                                          <p:stCondLst>
                                            <p:cond delay="0"/>
                                          </p:stCondLst>
                                        </p:cTn>
                                        <p:tgtEl>
                                          <p:spTgt spid="38"/>
                                        </p:tgtEl>
                                        <p:attrNameLst>
                                          <p:attrName>style.visibility</p:attrName>
                                        </p:attrNameLst>
                                      </p:cBhvr>
                                      <p:to>
                                        <p:strVal val="visible"/>
                                      </p:to>
                                    </p:set>
                                    <p:animEffect transition="in" filter="fade">
                                      <p:cBhvr>
                                        <p:cTn id="28" dur="500"/>
                                        <p:tgtEl>
                                          <p:spTgt spid="38"/>
                                        </p:tgtEl>
                                      </p:cBhvr>
                                    </p:animEffect>
                                  </p:childTnLst>
                                </p:cTn>
                              </p:par>
                              <p:par>
                                <p:cTn id="29" presetID="10" presetClass="entr" presetSubtype="0" fill="hold"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500"/>
                                        <p:tgtEl>
                                          <p:spTgt spid="18"/>
                                        </p:tgtEl>
                                      </p:cBhvr>
                                    </p:animEffect>
                                  </p:childTnLst>
                                </p:cTn>
                              </p:par>
                              <p:par>
                                <p:cTn id="32" presetID="10" presetClass="entr" presetSubtype="0" fill="hold" nodeType="withEffect">
                                  <p:stCondLst>
                                    <p:cond delay="0"/>
                                  </p:stCondLst>
                                  <p:childTnLst>
                                    <p:set>
                                      <p:cBhvr>
                                        <p:cTn id="33" dur="1" fill="hold">
                                          <p:stCondLst>
                                            <p:cond delay="0"/>
                                          </p:stCondLst>
                                        </p:cTn>
                                        <p:tgtEl>
                                          <p:spTgt spid="43"/>
                                        </p:tgtEl>
                                        <p:attrNameLst>
                                          <p:attrName>style.visibility</p:attrName>
                                        </p:attrNameLst>
                                      </p:cBhvr>
                                      <p:to>
                                        <p:strVal val="visible"/>
                                      </p:to>
                                    </p:set>
                                    <p:animEffect transition="in" filter="fade">
                                      <p:cBhvr>
                                        <p:cTn id="34" dur="500"/>
                                        <p:tgtEl>
                                          <p:spTgt spid="43"/>
                                        </p:tgtEl>
                                      </p:cBhvr>
                                    </p:animEffect>
                                  </p:childTnLst>
                                </p:cTn>
                              </p:par>
                              <p:par>
                                <p:cTn id="35" presetID="10" presetClass="entr" presetSubtype="0" fill="hold" nodeType="withEffect">
                                  <p:stCondLst>
                                    <p:cond delay="0"/>
                                  </p:stCondLst>
                                  <p:childTnLst>
                                    <p:set>
                                      <p:cBhvr>
                                        <p:cTn id="36" dur="1" fill="hold">
                                          <p:stCondLst>
                                            <p:cond delay="0"/>
                                          </p:stCondLst>
                                        </p:cTn>
                                        <p:tgtEl>
                                          <p:spTgt spid="23"/>
                                        </p:tgtEl>
                                        <p:attrNameLst>
                                          <p:attrName>style.visibility</p:attrName>
                                        </p:attrNameLst>
                                      </p:cBhvr>
                                      <p:to>
                                        <p:strVal val="visible"/>
                                      </p:to>
                                    </p:set>
                                    <p:animEffect transition="in" filter="fade">
                                      <p:cBhvr>
                                        <p:cTn id="37" dur="500"/>
                                        <p:tgtEl>
                                          <p:spTgt spid="23"/>
                                        </p:tgtEl>
                                      </p:cBhvr>
                                    </p:animEffect>
                                  </p:childTnLst>
                                </p:cTn>
                              </p:par>
                              <p:par>
                                <p:cTn id="38" presetID="10" presetClass="entr" presetSubtype="0" fill="hold" nodeType="withEffect">
                                  <p:stCondLst>
                                    <p:cond delay="0"/>
                                  </p:stCondLst>
                                  <p:childTnLst>
                                    <p:set>
                                      <p:cBhvr>
                                        <p:cTn id="39" dur="1" fill="hold">
                                          <p:stCondLst>
                                            <p:cond delay="0"/>
                                          </p:stCondLst>
                                        </p:cTn>
                                        <p:tgtEl>
                                          <p:spTgt spid="48"/>
                                        </p:tgtEl>
                                        <p:attrNameLst>
                                          <p:attrName>style.visibility</p:attrName>
                                        </p:attrNameLst>
                                      </p:cBhvr>
                                      <p:to>
                                        <p:strVal val="visible"/>
                                      </p:to>
                                    </p:set>
                                    <p:animEffect transition="in" filter="fade">
                                      <p:cBhvr>
                                        <p:cTn id="40"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6" grpId="1" animBg="1"/>
      <p:bldP spid="5" grpId="0" bldLvl="0" animBg="1"/>
      <p:bldP spid="5" grpId="1" animBg="1"/>
      <p:bldP spid="7" grpId="0" bldLvl="0" animBg="1"/>
      <p:bldP spid="7" grpId="1" animBg="1"/>
      <p:bldP spid="8" grpId="0" bldLvl="0" animBg="1"/>
      <p:bldP spid="8" grpId="1"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a:t>模型的能力差异</a:t>
            </a:r>
          </a:p>
        </p:txBody>
      </p:sp>
      <p:sp>
        <p:nvSpPr>
          <p:cNvPr id="3" name="内容占位符 2"/>
          <p:cNvSpPr>
            <a:spLocks noGrp="1"/>
          </p:cNvSpPr>
          <p:nvPr>
            <p:ph idx="1"/>
          </p:nvPr>
        </p:nvSpPr>
        <p:spPr>
          <a:xfrm>
            <a:off x="762000" y="1825625"/>
            <a:ext cx="5537200" cy="4351655"/>
          </a:xfrm>
        </p:spPr>
        <p:txBody>
          <a:bodyPr>
            <a:normAutofit fontScale="90000" lnSpcReduction="10000"/>
          </a:bodyPr>
          <a:lstStyle/>
          <a:p>
            <a:r>
              <a:rPr lang="zh-CN" altLang="en-US"/>
              <a:t>模型有其擅长的任务：</a:t>
            </a:r>
          </a:p>
          <a:p>
            <a:pPr lvl="0"/>
            <a:r>
              <a:rPr lang="zh-CN" altLang="en-US"/>
              <a:t>使用模型前，要先了解它的使用说明：</a:t>
            </a:r>
          </a:p>
          <a:p>
            <a:pPr lvl="1"/>
            <a:r>
              <a:rPr lang="zh-CN" altLang="en-US"/>
              <a:t>事实准确性：是否基于正确资料；</a:t>
            </a:r>
          </a:p>
          <a:p>
            <a:pPr lvl="1"/>
            <a:r>
              <a:rPr lang="zh-CN" altLang="en-US"/>
              <a:t>理解能力：是否抓住任务重点和限制；</a:t>
            </a:r>
          </a:p>
          <a:p>
            <a:pPr lvl="1"/>
            <a:r>
              <a:rPr lang="zh-CN" altLang="en-US"/>
              <a:t>推理能力：多步骤任务是否可靠；</a:t>
            </a:r>
          </a:p>
          <a:p>
            <a:pPr lvl="1"/>
            <a:r>
              <a:rPr lang="zh-CN" altLang="en-US"/>
              <a:t>格式遵守：是否按要求输出表格、清单或字段；</a:t>
            </a:r>
          </a:p>
          <a:p>
            <a:pPr lvl="1"/>
            <a:r>
              <a:rPr lang="zh-CN" altLang="en-US"/>
              <a:t>工具使用：是否知道什么时候联网搜索、调用 </a:t>
            </a:r>
            <a:r>
              <a:rPr lang="en-US" altLang="zh-CN"/>
              <a:t>RAG、</a:t>
            </a:r>
            <a:r>
              <a:rPr lang="zh-CN" altLang="en-US"/>
              <a:t>加入上下文或使用代码；</a:t>
            </a:r>
          </a:p>
          <a:p>
            <a:pPr lvl="1"/>
            <a:r>
              <a:rPr lang="zh-CN" altLang="en-US"/>
              <a:t>安全性：是否保护隐私、避免过度承诺；</a:t>
            </a:r>
          </a:p>
          <a:p>
            <a:pPr lvl="1"/>
            <a:r>
              <a:rPr lang="zh-CN" altLang="en-US"/>
              <a:t>速度和成本：是否适合高频使用。</a:t>
            </a:r>
          </a:p>
        </p:txBody>
      </p:sp>
      <p:sp>
        <p:nvSpPr>
          <p:cNvPr id="4" name="灯片编号占位符 3"/>
          <p:cNvSpPr>
            <a:spLocks noGrp="1"/>
          </p:cNvSpPr>
          <p:nvPr>
            <p:ph type="sldNum" sz="quarter" idx="12"/>
          </p:nvPr>
        </p:nvSpPr>
        <p:spPr/>
        <p:txBody>
          <a:bodyPr/>
          <a:lstStyle/>
          <a:p>
            <a:fld id="{49AE70B2-8BF9-45C0-BB95-33D1B9D3A854}" type="slidenum">
              <a:rPr lang="zh-CN" altLang="en-US" smtClean="0"/>
              <a:t>5</a:t>
            </a:fld>
            <a:endParaRPr lang="en-US" altLang="zh-CN"/>
          </a:p>
        </p:txBody>
      </p:sp>
      <p:graphicFrame>
        <p:nvGraphicFramePr>
          <p:cNvPr id="6" name="表格 5"/>
          <p:cNvGraphicFramePr/>
          <p:nvPr/>
        </p:nvGraphicFramePr>
        <p:xfrm>
          <a:off x="6939915" y="2279333"/>
          <a:ext cx="3850640" cy="3444240"/>
        </p:xfrm>
        <a:graphic>
          <a:graphicData uri="http://schemas.openxmlformats.org/drawingml/2006/table">
            <a:tbl>
              <a:tblPr firstRow="1" bandRow="1">
                <a:tableStyleId>{5C22544A-7EE6-4342-B048-85BDC9FD1C3A}</a:tableStyleId>
              </a:tblPr>
              <a:tblGrid>
                <a:gridCol w="1243330">
                  <a:extLst>
                    <a:ext uri="{9D8B030D-6E8A-4147-A177-3AD203B41FA5}">
                      <a16:colId xmlns:a16="http://schemas.microsoft.com/office/drawing/2014/main" val="20000"/>
                    </a:ext>
                  </a:extLst>
                </a:gridCol>
                <a:gridCol w="2607310">
                  <a:extLst>
                    <a:ext uri="{9D8B030D-6E8A-4147-A177-3AD203B41FA5}">
                      <a16:colId xmlns:a16="http://schemas.microsoft.com/office/drawing/2014/main" val="20001"/>
                    </a:ext>
                  </a:extLst>
                </a:gridCol>
              </a:tblGrid>
              <a:tr h="861060">
                <a:tc>
                  <a:txBody>
                    <a:bodyPr/>
                    <a:lstStyle/>
                    <a:p>
                      <a:pPr algn="ctr">
                        <a:buNone/>
                      </a:pPr>
                      <a:r>
                        <a:rPr lang="zh-CN" altLang="en-US" b="1">
                          <a:solidFill>
                            <a:schemeClr val="bg1"/>
                          </a:solidFill>
                        </a:rPr>
                        <a:t>长文本</a:t>
                      </a:r>
                    </a:p>
                    <a:p>
                      <a:pPr algn="ctr">
                        <a:buNone/>
                      </a:pPr>
                      <a:r>
                        <a:rPr lang="zh-CN" altLang="en-US" b="1">
                          <a:solidFill>
                            <a:schemeClr val="bg1"/>
                          </a:solidFill>
                        </a:rPr>
                        <a:t>写作</a:t>
                      </a:r>
                    </a:p>
                  </a:txBody>
                  <a:tcPr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noFill/>
                  </a:tcPr>
                </a:tc>
                <a:tc>
                  <a:txBody>
                    <a:bodyPr/>
                    <a:lstStyle/>
                    <a:p>
                      <a:pPr marL="285750" indent="-285750">
                        <a:buFont typeface="Arial" panose="02080604020202020204" pitchFamily="34" charset="0"/>
                        <a:buChar char="•"/>
                      </a:pPr>
                      <a:r>
                        <a:rPr lang="en-US" altLang="zh-CN" sz="1600" b="0">
                          <a:solidFill>
                            <a:schemeClr val="bg1"/>
                          </a:solidFill>
                        </a:rPr>
                        <a:t>Kimi 2.6</a:t>
                      </a:r>
                    </a:p>
                    <a:p>
                      <a:pPr marL="285750" indent="-285750">
                        <a:buFont typeface="Arial" panose="02080604020202020204" pitchFamily="34" charset="0"/>
                        <a:buChar char="•"/>
                      </a:pPr>
                      <a:r>
                        <a:rPr lang="en-US" altLang="zh-CN" sz="1600" b="0">
                          <a:solidFill>
                            <a:schemeClr val="bg1"/>
                          </a:solidFill>
                        </a:rPr>
                        <a:t>Llama 4 Scout</a:t>
                      </a:r>
                    </a:p>
                  </a:txBody>
                  <a:tcPr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noFill/>
                  </a:tcPr>
                </a:tc>
                <a:extLst>
                  <a:ext uri="{0D108BD9-81ED-4DB2-BD59-A6C34878D82A}">
                    <a16:rowId xmlns:a16="http://schemas.microsoft.com/office/drawing/2014/main" val="10000"/>
                  </a:ext>
                </a:extLst>
              </a:tr>
              <a:tr h="861060">
                <a:tc>
                  <a:txBody>
                    <a:bodyPr/>
                    <a:lstStyle/>
                    <a:p>
                      <a:pPr algn="ctr">
                        <a:buNone/>
                      </a:pPr>
                      <a:r>
                        <a:rPr lang="zh-CN" altLang="en-US" b="1">
                          <a:solidFill>
                            <a:schemeClr val="bg1"/>
                          </a:solidFill>
                        </a:rPr>
                        <a:t>编程</a:t>
                      </a:r>
                    </a:p>
                  </a:txBody>
                  <a:tcPr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noFill/>
                  </a:tcPr>
                </a:tc>
                <a:tc>
                  <a:txBody>
                    <a:bodyPr/>
                    <a:lstStyle/>
                    <a:p>
                      <a:pPr marL="285750" indent="-285750">
                        <a:buFont typeface="Arial" panose="02080604020202020204" pitchFamily="34" charset="0"/>
                        <a:buChar char="•"/>
                      </a:pPr>
                      <a:r>
                        <a:rPr lang="en-US" altLang="zh-CN" sz="1600" b="0">
                          <a:solidFill>
                            <a:schemeClr val="bg1"/>
                          </a:solidFill>
                        </a:rPr>
                        <a:t>GPT 5.6 Sol</a:t>
                      </a:r>
                    </a:p>
                    <a:p>
                      <a:pPr marL="285750" indent="-285750">
                        <a:buFont typeface="Arial" panose="02080604020202020204" pitchFamily="34" charset="0"/>
                        <a:buChar char="•"/>
                      </a:pPr>
                      <a:r>
                        <a:rPr lang="en-US" altLang="zh-CN" sz="1600" b="0">
                          <a:solidFill>
                            <a:schemeClr val="bg1"/>
                          </a:solidFill>
                        </a:rPr>
                        <a:t>Opus 4.7</a:t>
                      </a:r>
                    </a:p>
                    <a:p>
                      <a:pPr marL="285750" indent="-285750">
                        <a:buFont typeface="Arial" panose="02080604020202020204" pitchFamily="34" charset="0"/>
                        <a:buChar char="•"/>
                      </a:pPr>
                      <a:r>
                        <a:rPr lang="en-US" altLang="zh-CN" sz="1600" b="0">
                          <a:solidFill>
                            <a:schemeClr val="bg1"/>
                          </a:solidFill>
                        </a:rPr>
                        <a:t>Minimax M3</a:t>
                      </a:r>
                    </a:p>
                  </a:txBody>
                  <a:tcPr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noFill/>
                  </a:tcPr>
                </a:tc>
                <a:extLst>
                  <a:ext uri="{0D108BD9-81ED-4DB2-BD59-A6C34878D82A}">
                    <a16:rowId xmlns:a16="http://schemas.microsoft.com/office/drawing/2014/main" val="10001"/>
                  </a:ext>
                </a:extLst>
              </a:tr>
              <a:tr h="861060">
                <a:tc>
                  <a:txBody>
                    <a:bodyPr/>
                    <a:lstStyle/>
                    <a:p>
                      <a:pPr algn="ctr">
                        <a:buNone/>
                      </a:pPr>
                      <a:r>
                        <a:rPr lang="zh-CN" altLang="en-US" b="1">
                          <a:solidFill>
                            <a:schemeClr val="bg1"/>
                          </a:solidFill>
                        </a:rPr>
                        <a:t>数学推理</a:t>
                      </a:r>
                    </a:p>
                  </a:txBody>
                  <a:tcPr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noFill/>
                  </a:tcPr>
                </a:tc>
                <a:tc>
                  <a:txBody>
                    <a:bodyPr/>
                    <a:lstStyle/>
                    <a:p>
                      <a:pPr marL="285750" indent="-285750">
                        <a:buFont typeface="Arial" panose="02080604020202020204" pitchFamily="34" charset="0"/>
                        <a:buChar char="•"/>
                      </a:pPr>
                      <a:r>
                        <a:rPr lang="en-US" altLang="zh-CN" sz="1600" b="0">
                          <a:solidFill>
                            <a:schemeClr val="bg1"/>
                          </a:solidFill>
                        </a:rPr>
                        <a:t>Fable 5</a:t>
                      </a:r>
                    </a:p>
                    <a:p>
                      <a:pPr marL="285750" indent="-285750">
                        <a:buFont typeface="Arial" panose="02080604020202020204" pitchFamily="34" charset="0"/>
                        <a:buChar char="•"/>
                      </a:pPr>
                      <a:r>
                        <a:rPr lang="en-US" altLang="zh-CN" sz="1600" b="0">
                          <a:solidFill>
                            <a:schemeClr val="bg1"/>
                          </a:solidFill>
                        </a:rPr>
                        <a:t>DeepSeek V4 Pro</a:t>
                      </a:r>
                    </a:p>
                  </a:txBody>
                  <a:tcPr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noFill/>
                  </a:tcPr>
                </a:tc>
                <a:extLst>
                  <a:ext uri="{0D108BD9-81ED-4DB2-BD59-A6C34878D82A}">
                    <a16:rowId xmlns:a16="http://schemas.microsoft.com/office/drawing/2014/main" val="10002"/>
                  </a:ext>
                </a:extLst>
              </a:tr>
              <a:tr h="861060">
                <a:tc>
                  <a:txBody>
                    <a:bodyPr/>
                    <a:lstStyle/>
                    <a:p>
                      <a:pPr algn="ctr">
                        <a:buNone/>
                      </a:pPr>
                      <a:r>
                        <a:rPr lang="zh-CN" altLang="en-US" b="1">
                          <a:solidFill>
                            <a:schemeClr val="bg1"/>
                          </a:solidFill>
                        </a:rPr>
                        <a:t>视觉理解</a:t>
                      </a:r>
                    </a:p>
                  </a:txBody>
                  <a:tcPr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noFill/>
                  </a:tcPr>
                </a:tc>
                <a:tc>
                  <a:txBody>
                    <a:bodyPr/>
                    <a:lstStyle/>
                    <a:p>
                      <a:pPr marL="285750" indent="-285750">
                        <a:buFont typeface="Arial" panose="02080604020202020204" pitchFamily="34" charset="0"/>
                        <a:buChar char="•"/>
                      </a:pPr>
                      <a:r>
                        <a:rPr lang="en-US" altLang="zh-CN" sz="1600" b="0">
                          <a:solidFill>
                            <a:schemeClr val="bg1"/>
                          </a:solidFill>
                        </a:rPr>
                        <a:t>Gemini 3.1</a:t>
                      </a:r>
                    </a:p>
                    <a:p>
                      <a:pPr marL="285750" indent="-285750">
                        <a:buFont typeface="Arial" panose="02080604020202020204" pitchFamily="34" charset="0"/>
                        <a:buChar char="•"/>
                      </a:pPr>
                      <a:r>
                        <a:rPr lang="en-US" altLang="zh-CN" sz="1600" b="0">
                          <a:solidFill>
                            <a:schemeClr val="bg1"/>
                          </a:solidFill>
                        </a:rPr>
                        <a:t>Qwen 3.8 max</a:t>
                      </a:r>
                    </a:p>
                  </a:txBody>
                  <a:tcPr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noFill/>
                  </a:tcPr>
                </a:tc>
                <a:extLst>
                  <a:ext uri="{0D108BD9-81ED-4DB2-BD59-A6C34878D82A}">
                    <a16:rowId xmlns:a16="http://schemas.microsoft.com/office/drawing/2014/main" val="10003"/>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fade">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fade">
                                      <p:cBhvr>
                                        <p:cTn id="32" dur="500"/>
                                        <p:tgtEl>
                                          <p:spTgt spid="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Effect transition="in" filter="fade">
                                      <p:cBhvr>
                                        <p:cTn id="37" dur="500"/>
                                        <p:tgtEl>
                                          <p:spTgt spid="3">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6" end="6"/>
                                            </p:txEl>
                                          </p:spTgt>
                                        </p:tgtEl>
                                        <p:attrNameLst>
                                          <p:attrName>style.visibility</p:attrName>
                                        </p:attrNameLst>
                                      </p:cBhvr>
                                      <p:to>
                                        <p:strVal val="visible"/>
                                      </p:to>
                                    </p:set>
                                    <p:animEffect transition="in" filter="fade">
                                      <p:cBhvr>
                                        <p:cTn id="42" dur="500"/>
                                        <p:tgtEl>
                                          <p:spTgt spid="3">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7" end="7"/>
                                            </p:txEl>
                                          </p:spTgt>
                                        </p:tgtEl>
                                        <p:attrNameLst>
                                          <p:attrName>style.visibility</p:attrName>
                                        </p:attrNameLst>
                                      </p:cBhvr>
                                      <p:to>
                                        <p:strVal val="visible"/>
                                      </p:to>
                                    </p:set>
                                    <p:animEffect transition="in" filter="fade">
                                      <p:cBhvr>
                                        <p:cTn id="47" dur="500"/>
                                        <p:tgtEl>
                                          <p:spTgt spid="3">
                                            <p:txEl>
                                              <p:pRg st="7" end="7"/>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8" end="8"/>
                                            </p:txEl>
                                          </p:spTgt>
                                        </p:tgtEl>
                                        <p:attrNameLst>
                                          <p:attrName>style.visibility</p:attrName>
                                        </p:attrNameLst>
                                      </p:cBhvr>
                                      <p:to>
                                        <p:strVal val="visible"/>
                                      </p:to>
                                    </p:set>
                                    <p:animEffect transition="in" filter="fade">
                                      <p:cBhvr>
                                        <p:cTn id="52"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3" grpI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a:t>模型的训练过程</a:t>
            </a:r>
          </a:p>
        </p:txBody>
      </p:sp>
      <p:sp>
        <p:nvSpPr>
          <p:cNvPr id="19" name="文本占位符 18"/>
          <p:cNvSpPr>
            <a:spLocks noGrp="1"/>
          </p:cNvSpPr>
          <p:nvPr>
            <p:ph type="body" idx="1"/>
          </p:nvPr>
        </p:nvSpPr>
        <p:spPr>
          <a:xfrm>
            <a:off x="869315" y="1904365"/>
            <a:ext cx="4696460" cy="508635"/>
          </a:xfrm>
        </p:spPr>
        <p:txBody>
          <a:bodyPr/>
          <a:lstStyle/>
          <a:p>
            <a:pPr algn="ctr"/>
            <a:r>
              <a:rPr lang="zh-CN" altLang="en-US"/>
              <a:t>人类的学习过程</a:t>
            </a:r>
          </a:p>
        </p:txBody>
      </p:sp>
      <p:sp>
        <p:nvSpPr>
          <p:cNvPr id="20" name="文本占位符 19"/>
          <p:cNvSpPr>
            <a:spLocks noGrp="1"/>
          </p:cNvSpPr>
          <p:nvPr>
            <p:ph type="body" sz="quarter" idx="3"/>
          </p:nvPr>
        </p:nvSpPr>
        <p:spPr>
          <a:xfrm>
            <a:off x="6604635" y="1903730"/>
            <a:ext cx="4696460" cy="509905"/>
          </a:xfrm>
        </p:spPr>
        <p:txBody>
          <a:bodyPr/>
          <a:lstStyle/>
          <a:p>
            <a:pPr algn="ctr"/>
            <a:r>
              <a:rPr lang="zh-CN" altLang="en-US"/>
              <a:t>模型的训练过程</a:t>
            </a:r>
          </a:p>
        </p:txBody>
      </p:sp>
      <p:sp>
        <p:nvSpPr>
          <p:cNvPr id="4" name="灯片编号占位符 3"/>
          <p:cNvSpPr>
            <a:spLocks noGrp="1"/>
          </p:cNvSpPr>
          <p:nvPr>
            <p:ph type="sldNum" sz="quarter" idx="12"/>
          </p:nvPr>
        </p:nvSpPr>
        <p:spPr/>
        <p:txBody>
          <a:bodyPr/>
          <a:lstStyle/>
          <a:p>
            <a:fld id="{49AE70B2-8BF9-45C0-BB95-33D1B9D3A854}" type="slidenum">
              <a:rPr lang="zh-CN" altLang="en-US" smtClean="0"/>
              <a:t>6</a:t>
            </a:fld>
            <a:endParaRPr lang="en-US" altLang="zh-CN"/>
          </a:p>
        </p:txBody>
      </p:sp>
      <p:sp>
        <p:nvSpPr>
          <p:cNvPr id="12" name="AutoShape 6"/>
          <p:cNvSpPr/>
          <p:nvPr/>
        </p:nvSpPr>
        <p:spPr>
          <a:xfrm>
            <a:off x="869247" y="2801178"/>
            <a:ext cx="1548000" cy="540000"/>
          </a:xfrm>
          <a:prstGeom prst="roundRect">
            <a:avLst>
              <a:gd name="adj" fmla="val 0"/>
            </a:avLst>
          </a:prstGeom>
          <a:solidFill>
            <a:srgbClr val="00E5FF">
              <a:alpha val="8000"/>
            </a:srgbClr>
          </a:solidFill>
          <a:ln w="25400" cap="flat" cmpd="sng">
            <a:solidFill>
              <a:srgbClr val="00E5FF">
                <a:alpha val="100000"/>
              </a:srgbClr>
            </a:solidFill>
            <a:prstDash val="solid"/>
            <a:round/>
          </a:ln>
          <a:effectLst>
            <a:outerShdw blurRad="152400" dir="2700000" algn="tl" rotWithShape="0">
              <a:srgbClr val="00E5FF">
                <a:alpha val="40000"/>
              </a:srgbClr>
            </a:outerShdw>
          </a:effectLst>
        </p:spPr>
        <p:txBody>
          <a:bodyPr vert="horz" wrap="square" lIns="0" tIns="0" rIns="0" bIns="0" rtlCol="0" anchor="ctr" anchorCtr="0"/>
          <a:lstStyle/>
          <a:p>
            <a:pPr marL="0" indent="0" algn="ctr">
              <a:lnSpc>
                <a:spcPct val="125000"/>
              </a:lnSpc>
              <a:defRPr/>
            </a:pPr>
            <a:r>
              <a:rPr lang="zh-CN" altLang="en-US" i="0" u="none" strike="noStrike">
                <a:solidFill>
                  <a:srgbClr val="FFFFFF"/>
                </a:solidFill>
                <a:latin typeface="Noto Sans SC" panose="020B0200000000000000" charset="-122"/>
                <a:ea typeface="SimSun" pitchFamily="2" charset="-122"/>
                <a:cs typeface="Noto Sans SC" panose="020B0200000000000000" charset="-122"/>
                <a:sym typeface="Noto Sans SC" panose="020B0200000000000000" charset="-122"/>
              </a:rPr>
              <a:t>课本</a:t>
            </a:r>
            <a:r>
              <a:rPr lang="en-US" altLang="zh-CN" i="0" u="none" strike="noStrike">
                <a:solidFill>
                  <a:srgbClr val="FFFFFF"/>
                </a:solidFill>
                <a:latin typeface="Noto Sans SC" panose="020B0200000000000000" charset="-122"/>
                <a:ea typeface="SimSun" pitchFamily="2" charset="-122"/>
                <a:cs typeface="Noto Sans SC" panose="020B0200000000000000" charset="-122"/>
                <a:sym typeface="Noto Sans SC" panose="020B0200000000000000" charset="-122"/>
              </a:rPr>
              <a:t> + </a:t>
            </a:r>
            <a:r>
              <a:rPr lang="zh-CN" altLang="en-US" i="0" u="none" strike="noStrike">
                <a:solidFill>
                  <a:srgbClr val="FFFFFF"/>
                </a:solidFill>
                <a:latin typeface="Noto Sans SC" panose="020B0200000000000000" charset="-122"/>
                <a:ea typeface="SimSun" pitchFamily="2" charset="-122"/>
                <a:cs typeface="Noto Sans SC" panose="020B0200000000000000" charset="-122"/>
                <a:sym typeface="Noto Sans SC" panose="020B0200000000000000" charset="-122"/>
              </a:rPr>
              <a:t>作业</a:t>
            </a:r>
          </a:p>
        </p:txBody>
      </p:sp>
      <p:sp>
        <p:nvSpPr>
          <p:cNvPr id="13" name="AutoShape 6"/>
          <p:cNvSpPr/>
          <p:nvPr/>
        </p:nvSpPr>
        <p:spPr>
          <a:xfrm>
            <a:off x="4017447" y="2801178"/>
            <a:ext cx="1547495" cy="540000"/>
          </a:xfrm>
          <a:prstGeom prst="roundRect">
            <a:avLst>
              <a:gd name="adj" fmla="val 0"/>
            </a:avLst>
          </a:prstGeom>
          <a:solidFill>
            <a:srgbClr val="B388FF">
              <a:alpha val="8000"/>
            </a:srgbClr>
          </a:solidFill>
          <a:ln w="25400" cap="flat" cmpd="sng">
            <a:solidFill>
              <a:srgbClr val="B388FF">
                <a:alpha val="100000"/>
              </a:srgbClr>
            </a:solidFill>
            <a:prstDash val="solid"/>
            <a:round/>
          </a:ln>
          <a:effectLst>
            <a:outerShdw blurRad="152400" dir="2700000" algn="tl" rotWithShape="0">
              <a:srgbClr val="06F0D2">
                <a:alpha val="40000"/>
              </a:srgbClr>
            </a:outerShdw>
          </a:effectLst>
        </p:spPr>
        <p:txBody>
          <a:bodyPr vert="horz" wrap="square" lIns="0" tIns="0" rIns="0" bIns="0" rtlCol="0" anchor="ctr" anchorCtr="0"/>
          <a:lstStyle/>
          <a:p>
            <a:pPr marL="0" indent="0" algn="ctr">
              <a:lnSpc>
                <a:spcPct val="125000"/>
              </a:lnSpc>
              <a:defRPr/>
            </a:pPr>
            <a:r>
              <a:rPr lang="zh-CN" altLang="en-US" i="0" u="none" strike="noStrike">
                <a:solidFill>
                  <a:srgbClr val="FFFFFF"/>
                </a:solidFill>
                <a:latin typeface="Noto Sans SC" panose="020B0200000000000000" charset="-122"/>
                <a:ea typeface="SimSun" pitchFamily="2" charset="-122"/>
                <a:cs typeface="Noto Sans SC" panose="020B0200000000000000" charset="-122"/>
                <a:sym typeface="Noto Sans SC" panose="020B0200000000000000" charset="-122"/>
              </a:rPr>
              <a:t>完成的作业</a:t>
            </a:r>
          </a:p>
        </p:txBody>
      </p:sp>
      <p:sp>
        <p:nvSpPr>
          <p:cNvPr id="45" name="AutoShape 6"/>
          <p:cNvSpPr/>
          <p:nvPr/>
        </p:nvSpPr>
        <p:spPr>
          <a:xfrm>
            <a:off x="869247" y="4834255"/>
            <a:ext cx="1548000" cy="540000"/>
          </a:xfrm>
          <a:prstGeom prst="roundRect">
            <a:avLst>
              <a:gd name="adj" fmla="val 0"/>
            </a:avLst>
          </a:prstGeom>
          <a:solidFill>
            <a:srgbClr val="69F0AE">
              <a:alpha val="8000"/>
            </a:srgbClr>
          </a:solidFill>
          <a:ln w="25400" cap="flat" cmpd="sng">
            <a:solidFill>
              <a:srgbClr val="69F0AE">
                <a:alpha val="100000"/>
              </a:srgbClr>
            </a:solidFill>
            <a:prstDash val="solid"/>
            <a:round/>
          </a:ln>
          <a:effectLst>
            <a:outerShdw blurRad="152400" dir="2700000" algn="tl" rotWithShape="0">
              <a:srgbClr val="06F0D2">
                <a:alpha val="40000"/>
              </a:srgbClr>
            </a:outerShdw>
          </a:effectLst>
        </p:spPr>
        <p:txBody>
          <a:bodyPr vert="horz" wrap="square" lIns="0" tIns="0" rIns="0" bIns="0" rtlCol="0" anchor="ctr" anchorCtr="0"/>
          <a:lstStyle/>
          <a:p>
            <a:pPr indent="0" algn="ctr" fontAlgn="auto">
              <a:spcAft>
                <a:spcPts val="600"/>
              </a:spcAft>
              <a:defRPr/>
            </a:pPr>
            <a:r>
              <a:rPr lang="zh-CN" altLang="en-US" i="0" u="none" strike="noStrike">
                <a:solidFill>
                  <a:schemeClr val="bg1"/>
                </a:solidFill>
                <a:latin typeface="Noto Sans SC" panose="020B0200000000000000" charset="-122"/>
                <a:ea typeface="SimSun" pitchFamily="2" charset="-122"/>
                <a:cs typeface="Noto Sans SC" panose="020B0200000000000000" charset="-122"/>
                <a:sym typeface="+mn-ea"/>
              </a:rPr>
              <a:t>毕业</a:t>
            </a:r>
          </a:p>
        </p:txBody>
      </p:sp>
      <p:sp>
        <p:nvSpPr>
          <p:cNvPr id="10" name="AutoShape 6"/>
          <p:cNvSpPr/>
          <p:nvPr/>
        </p:nvSpPr>
        <p:spPr>
          <a:xfrm>
            <a:off x="4018717" y="4835332"/>
            <a:ext cx="1547495" cy="539750"/>
          </a:xfrm>
          <a:prstGeom prst="roundRect">
            <a:avLst>
              <a:gd name="adj" fmla="val 0"/>
            </a:avLst>
          </a:prstGeom>
          <a:solidFill>
            <a:srgbClr val="FFE3B1">
              <a:alpha val="8000"/>
            </a:srgbClr>
          </a:solidFill>
          <a:ln w="25400" cap="flat" cmpd="sng">
            <a:solidFill>
              <a:srgbClr val="FFE3B1">
                <a:alpha val="100000"/>
              </a:srgbClr>
            </a:solidFill>
            <a:prstDash val="solid"/>
            <a:round/>
          </a:ln>
          <a:effectLst>
            <a:outerShdw blurRad="152400" dir="2700000" algn="tl" rotWithShape="0">
              <a:srgbClr val="06F0D2">
                <a:alpha val="40000"/>
              </a:srgbClr>
            </a:outerShdw>
          </a:effectLst>
        </p:spPr>
        <p:txBody>
          <a:bodyPr vert="horz" wrap="square" lIns="0" tIns="0" rIns="0" bIns="0" rtlCol="0" anchor="ctr" anchorCtr="0"/>
          <a:lstStyle/>
          <a:p>
            <a:pPr marL="0" indent="0" algn="ctr">
              <a:lnSpc>
                <a:spcPct val="125000"/>
              </a:lnSpc>
              <a:defRPr/>
            </a:pPr>
            <a:r>
              <a:rPr lang="zh-CN" i="0" u="none" strike="noStrike">
                <a:solidFill>
                  <a:srgbClr val="FFFFFF"/>
                </a:solidFill>
                <a:latin typeface="Noto Sans SC" panose="020B0200000000000000" charset="-122"/>
                <a:ea typeface="SimSun" pitchFamily="2" charset="-122"/>
                <a:cs typeface="Noto Sans SC" panose="020B0200000000000000" charset="-122"/>
                <a:sym typeface="Noto Sans SC" panose="020B0200000000000000" charset="-122"/>
              </a:rPr>
              <a:t>错题</a:t>
            </a:r>
          </a:p>
        </p:txBody>
      </p:sp>
      <p:grpSp>
        <p:nvGrpSpPr>
          <p:cNvPr id="24" name="组合 23"/>
          <p:cNvGrpSpPr/>
          <p:nvPr/>
        </p:nvGrpSpPr>
        <p:grpSpPr>
          <a:xfrm>
            <a:off x="4552500" y="3548187"/>
            <a:ext cx="476250" cy="1080135"/>
            <a:chOff x="7104" y="6218"/>
            <a:chExt cx="750" cy="1701"/>
          </a:xfrm>
        </p:grpSpPr>
        <p:cxnSp>
          <p:nvCxnSpPr>
            <p:cNvPr id="11" name="直接箭头连接符 10"/>
            <p:cNvCxnSpPr/>
            <p:nvPr/>
          </p:nvCxnSpPr>
          <p:spPr>
            <a:xfrm rot="5400000">
              <a:off x="6258" y="7068"/>
              <a:ext cx="1701" cy="0"/>
            </a:xfrm>
            <a:prstGeom prst="straightConnector1">
              <a:avLst/>
            </a:prstGeom>
            <a:ln w="19050">
              <a:solidFill>
                <a:srgbClr val="B388FF"/>
              </a:solidFill>
              <a:prstDash val="sysDash"/>
              <a:tailEnd type="stealth" w="lg" len="lg"/>
            </a:ln>
          </p:spPr>
          <p:style>
            <a:lnRef idx="2">
              <a:schemeClr val="accent1"/>
            </a:lnRef>
            <a:fillRef idx="0">
              <a:srgbClr val="FFFFFF"/>
            </a:fillRef>
            <a:effectRef idx="0">
              <a:srgbClr val="FFFFFF"/>
            </a:effectRef>
            <a:fontRef idx="minor">
              <a:schemeClr val="tx1"/>
            </a:fontRef>
          </p:style>
        </p:cxnSp>
        <p:sp>
          <p:nvSpPr>
            <p:cNvPr id="14" name="文本框 13"/>
            <p:cNvSpPr txBox="1"/>
            <p:nvPr/>
          </p:nvSpPr>
          <p:spPr>
            <a:xfrm>
              <a:off x="7104" y="6220"/>
              <a:ext cx="750" cy="1695"/>
            </a:xfrm>
            <a:prstGeom prst="rect">
              <a:avLst/>
            </a:prstGeom>
            <a:noFill/>
          </p:spPr>
          <p:txBody>
            <a:bodyPr wrap="square" rtlCol="0">
              <a:spAutoFit/>
            </a:bodyPr>
            <a:lstStyle/>
            <a:p>
              <a:pPr algn="ctr">
                <a:lnSpc>
                  <a:spcPct val="100000"/>
                </a:lnSpc>
              </a:pPr>
              <a:r>
                <a:rPr lang="zh-CN" sz="1600">
                  <a:solidFill>
                    <a:srgbClr val="B388FF"/>
                  </a:solidFill>
                </a:rPr>
                <a:t>批</a:t>
              </a:r>
            </a:p>
            <a:p>
              <a:pPr algn="ctr">
                <a:lnSpc>
                  <a:spcPct val="100000"/>
                </a:lnSpc>
              </a:pPr>
              <a:r>
                <a:rPr lang="zh-CN" sz="1600">
                  <a:solidFill>
                    <a:srgbClr val="B388FF"/>
                  </a:solidFill>
                </a:rPr>
                <a:t>改</a:t>
              </a:r>
            </a:p>
            <a:p>
              <a:pPr algn="ctr">
                <a:lnSpc>
                  <a:spcPct val="100000"/>
                </a:lnSpc>
              </a:pPr>
              <a:r>
                <a:rPr lang="zh-CN" sz="1600">
                  <a:solidFill>
                    <a:srgbClr val="B388FF"/>
                  </a:solidFill>
                </a:rPr>
                <a:t>作</a:t>
              </a:r>
            </a:p>
            <a:p>
              <a:pPr algn="ctr">
                <a:lnSpc>
                  <a:spcPct val="100000"/>
                </a:lnSpc>
              </a:pPr>
              <a:r>
                <a:rPr lang="zh-CN" sz="1600">
                  <a:solidFill>
                    <a:srgbClr val="B388FF"/>
                  </a:solidFill>
                </a:rPr>
                <a:t>业</a:t>
              </a:r>
            </a:p>
          </p:txBody>
        </p:sp>
      </p:grpSp>
      <p:grpSp>
        <p:nvGrpSpPr>
          <p:cNvPr id="8" name="组合 7"/>
          <p:cNvGrpSpPr/>
          <p:nvPr/>
        </p:nvGrpSpPr>
        <p:grpSpPr>
          <a:xfrm>
            <a:off x="2520117" y="2656205"/>
            <a:ext cx="1394460" cy="829945"/>
            <a:chOff x="4372" y="4183"/>
            <a:chExt cx="2196" cy="1307"/>
          </a:xfrm>
        </p:grpSpPr>
        <p:sp>
          <p:nvSpPr>
            <p:cNvPr id="7" name="文本框 6"/>
            <p:cNvSpPr txBox="1"/>
            <p:nvPr/>
          </p:nvSpPr>
          <p:spPr>
            <a:xfrm>
              <a:off x="4372" y="4183"/>
              <a:ext cx="2196" cy="1307"/>
            </a:xfrm>
            <a:prstGeom prst="rect">
              <a:avLst/>
            </a:prstGeom>
            <a:noFill/>
          </p:spPr>
          <p:txBody>
            <a:bodyPr wrap="square" rtlCol="0">
              <a:spAutoFit/>
            </a:bodyPr>
            <a:lstStyle/>
            <a:p>
              <a:pPr algn="ctr">
                <a:lnSpc>
                  <a:spcPct val="150000"/>
                </a:lnSpc>
              </a:pPr>
              <a:r>
                <a:rPr lang="zh-CN" sz="1600">
                  <a:solidFill>
                    <a:srgbClr val="00E5FF"/>
                  </a:solidFill>
                </a:rPr>
                <a:t>根据知识</a:t>
              </a:r>
            </a:p>
            <a:p>
              <a:pPr algn="ctr">
                <a:lnSpc>
                  <a:spcPct val="150000"/>
                </a:lnSpc>
              </a:pPr>
              <a:r>
                <a:rPr lang="zh-CN" sz="1600">
                  <a:solidFill>
                    <a:srgbClr val="00E5FF"/>
                  </a:solidFill>
                </a:rPr>
                <a:t>回答问题</a:t>
              </a:r>
            </a:p>
          </p:txBody>
        </p:sp>
        <p:cxnSp>
          <p:nvCxnSpPr>
            <p:cNvPr id="22" name="直接箭头连接符 21"/>
            <p:cNvCxnSpPr/>
            <p:nvPr/>
          </p:nvCxnSpPr>
          <p:spPr>
            <a:xfrm>
              <a:off x="4619" y="4915"/>
              <a:ext cx="1701" cy="0"/>
            </a:xfrm>
            <a:prstGeom prst="straightConnector1">
              <a:avLst/>
            </a:prstGeom>
            <a:ln w="19050">
              <a:solidFill>
                <a:srgbClr val="00E5FF"/>
              </a:solidFill>
              <a:prstDash val="sysDash"/>
              <a:tailEnd type="stealth" w="lg" len="lg"/>
            </a:ln>
          </p:spPr>
          <p:style>
            <a:lnRef idx="2">
              <a:schemeClr val="accent1"/>
            </a:lnRef>
            <a:fillRef idx="0">
              <a:srgbClr val="FFFFFF"/>
            </a:fillRef>
            <a:effectRef idx="0">
              <a:srgbClr val="FFFFFF"/>
            </a:effectRef>
            <a:fontRef idx="minor">
              <a:schemeClr val="tx1"/>
            </a:fontRef>
          </p:style>
        </p:cxnSp>
      </p:grpSp>
      <p:grpSp>
        <p:nvGrpSpPr>
          <p:cNvPr id="26" name="组合 25"/>
          <p:cNvGrpSpPr/>
          <p:nvPr/>
        </p:nvGrpSpPr>
        <p:grpSpPr>
          <a:xfrm>
            <a:off x="2667635" y="3369310"/>
            <a:ext cx="1027430" cy="1394460"/>
            <a:chOff x="3910" y="5535"/>
            <a:chExt cx="1618" cy="2196"/>
          </a:xfrm>
        </p:grpSpPr>
        <p:sp>
          <p:nvSpPr>
            <p:cNvPr id="18" name="文本框 17"/>
            <p:cNvSpPr txBox="1"/>
            <p:nvPr/>
          </p:nvSpPr>
          <p:spPr>
            <a:xfrm rot="2700000">
              <a:off x="3621" y="5979"/>
              <a:ext cx="2196" cy="1307"/>
            </a:xfrm>
            <a:prstGeom prst="rect">
              <a:avLst/>
            </a:prstGeom>
            <a:noFill/>
          </p:spPr>
          <p:txBody>
            <a:bodyPr wrap="square" rtlCol="0">
              <a:spAutoFit/>
            </a:bodyPr>
            <a:lstStyle/>
            <a:p>
              <a:pPr algn="ctr">
                <a:lnSpc>
                  <a:spcPct val="150000"/>
                </a:lnSpc>
              </a:pPr>
              <a:r>
                <a:rPr lang="zh-CN" sz="1600">
                  <a:solidFill>
                    <a:srgbClr val="FFE3B1"/>
                  </a:solidFill>
                </a:rPr>
                <a:t>调整知识</a:t>
              </a:r>
            </a:p>
            <a:p>
              <a:pPr algn="ctr">
                <a:lnSpc>
                  <a:spcPct val="150000"/>
                </a:lnSpc>
              </a:pPr>
              <a:r>
                <a:rPr lang="zh-CN" sz="1600">
                  <a:solidFill>
                    <a:srgbClr val="FFE3B1"/>
                  </a:solidFill>
                </a:rPr>
                <a:t>体系</a:t>
              </a:r>
            </a:p>
          </p:txBody>
        </p:sp>
        <p:cxnSp>
          <p:nvCxnSpPr>
            <p:cNvPr id="25" name="直接箭头连接符 24"/>
            <p:cNvCxnSpPr/>
            <p:nvPr/>
          </p:nvCxnSpPr>
          <p:spPr>
            <a:xfrm flipH="1" flipV="1">
              <a:off x="3910" y="5823"/>
              <a:ext cx="1618" cy="1619"/>
            </a:xfrm>
            <a:prstGeom prst="straightConnector1">
              <a:avLst/>
            </a:prstGeom>
            <a:ln w="19050">
              <a:solidFill>
                <a:srgbClr val="FFE3B1"/>
              </a:solidFill>
              <a:prstDash val="sysDash"/>
              <a:tailEnd type="stealth" w="lg" len="lg"/>
            </a:ln>
          </p:spPr>
          <p:style>
            <a:lnRef idx="2">
              <a:schemeClr val="accent1"/>
            </a:lnRef>
            <a:fillRef idx="0">
              <a:srgbClr val="FFFFFF"/>
            </a:fillRef>
            <a:effectRef idx="0">
              <a:srgbClr val="FFFFFF"/>
            </a:effectRef>
            <a:fontRef idx="minor">
              <a:schemeClr val="tx1"/>
            </a:fontRef>
          </p:style>
        </p:cxnSp>
      </p:grpSp>
      <p:sp>
        <p:nvSpPr>
          <p:cNvPr id="3" name="AutoShape 6"/>
          <p:cNvSpPr/>
          <p:nvPr/>
        </p:nvSpPr>
        <p:spPr>
          <a:xfrm>
            <a:off x="6604567" y="2801813"/>
            <a:ext cx="1548000" cy="540000"/>
          </a:xfrm>
          <a:prstGeom prst="roundRect">
            <a:avLst>
              <a:gd name="adj" fmla="val 0"/>
            </a:avLst>
          </a:prstGeom>
          <a:solidFill>
            <a:srgbClr val="00E5FF">
              <a:alpha val="8000"/>
            </a:srgbClr>
          </a:solidFill>
          <a:ln w="25400" cap="flat" cmpd="sng">
            <a:solidFill>
              <a:srgbClr val="00E5FF">
                <a:alpha val="100000"/>
              </a:srgbClr>
            </a:solidFill>
            <a:prstDash val="solid"/>
            <a:round/>
          </a:ln>
          <a:effectLst>
            <a:outerShdw blurRad="152400" dir="2700000" algn="tl" rotWithShape="0">
              <a:srgbClr val="00E5FF">
                <a:alpha val="40000"/>
              </a:srgbClr>
            </a:outerShdw>
          </a:effectLst>
        </p:spPr>
        <p:txBody>
          <a:bodyPr vert="horz" wrap="square" lIns="0" tIns="0" rIns="0" bIns="0" rtlCol="0" anchor="ctr" anchorCtr="0"/>
          <a:lstStyle/>
          <a:p>
            <a:pPr marL="0" indent="0" algn="ctr">
              <a:lnSpc>
                <a:spcPct val="125000"/>
              </a:lnSpc>
              <a:defRPr/>
            </a:pPr>
            <a:r>
              <a:rPr lang="zh-CN" altLang="en-US" i="0" u="none" strike="noStrike">
                <a:solidFill>
                  <a:srgbClr val="FFFFFF"/>
                </a:solidFill>
                <a:latin typeface="Noto Sans SC" panose="020B0200000000000000" charset="-122"/>
                <a:ea typeface="SimSun" pitchFamily="2" charset="-122"/>
                <a:cs typeface="Noto Sans SC" panose="020B0200000000000000" charset="-122"/>
                <a:sym typeface="Noto Sans SC" panose="020B0200000000000000" charset="-122"/>
              </a:rPr>
              <a:t>样本</a:t>
            </a:r>
            <a:r>
              <a:rPr lang="en-US" altLang="zh-CN" i="0" u="none" strike="noStrike">
                <a:solidFill>
                  <a:srgbClr val="FFFFFF"/>
                </a:solidFill>
                <a:latin typeface="Noto Sans SC" panose="020B0200000000000000" charset="-122"/>
                <a:ea typeface="SimSun" pitchFamily="2" charset="-122"/>
                <a:cs typeface="Noto Sans SC" panose="020B0200000000000000" charset="-122"/>
                <a:sym typeface="Noto Sans SC" panose="020B0200000000000000" charset="-122"/>
              </a:rPr>
              <a:t> + </a:t>
            </a:r>
            <a:r>
              <a:rPr lang="zh-CN" altLang="en-US" i="0" u="none" strike="noStrike">
                <a:solidFill>
                  <a:srgbClr val="FFFFFF"/>
                </a:solidFill>
                <a:latin typeface="Noto Sans SC" panose="020B0200000000000000" charset="-122"/>
                <a:ea typeface="SimSun" pitchFamily="2" charset="-122"/>
                <a:cs typeface="Noto Sans SC" panose="020B0200000000000000" charset="-122"/>
                <a:sym typeface="Noto Sans SC" panose="020B0200000000000000" charset="-122"/>
              </a:rPr>
              <a:t>目标</a:t>
            </a:r>
          </a:p>
        </p:txBody>
      </p:sp>
      <p:sp>
        <p:nvSpPr>
          <p:cNvPr id="5" name="AutoShape 6"/>
          <p:cNvSpPr/>
          <p:nvPr/>
        </p:nvSpPr>
        <p:spPr>
          <a:xfrm>
            <a:off x="9752767" y="2801813"/>
            <a:ext cx="1547495" cy="540000"/>
          </a:xfrm>
          <a:prstGeom prst="roundRect">
            <a:avLst>
              <a:gd name="adj" fmla="val 0"/>
            </a:avLst>
          </a:prstGeom>
          <a:solidFill>
            <a:srgbClr val="B388FF">
              <a:alpha val="8000"/>
            </a:srgbClr>
          </a:solidFill>
          <a:ln w="25400" cap="flat" cmpd="sng">
            <a:solidFill>
              <a:srgbClr val="B388FF">
                <a:alpha val="100000"/>
              </a:srgbClr>
            </a:solidFill>
            <a:prstDash val="solid"/>
            <a:round/>
          </a:ln>
          <a:effectLst>
            <a:outerShdw blurRad="152400" dir="2700000" algn="tl" rotWithShape="0">
              <a:srgbClr val="06F0D2">
                <a:alpha val="40000"/>
              </a:srgbClr>
            </a:outerShdw>
          </a:effectLst>
        </p:spPr>
        <p:txBody>
          <a:bodyPr vert="horz" wrap="square" lIns="0" tIns="0" rIns="0" bIns="0" rtlCol="0" anchor="ctr" anchorCtr="0"/>
          <a:lstStyle/>
          <a:p>
            <a:pPr marL="0" indent="0" algn="ctr">
              <a:lnSpc>
                <a:spcPct val="125000"/>
              </a:lnSpc>
              <a:defRPr/>
            </a:pPr>
            <a:r>
              <a:rPr lang="zh-CN" altLang="en-US" i="0" u="none" strike="noStrike">
                <a:solidFill>
                  <a:srgbClr val="FFFFFF"/>
                </a:solidFill>
                <a:latin typeface="Noto Sans SC" panose="020B0200000000000000" charset="-122"/>
                <a:ea typeface="SimSun" pitchFamily="2" charset="-122"/>
                <a:cs typeface="Noto Sans SC" panose="020B0200000000000000" charset="-122"/>
                <a:sym typeface="Noto Sans SC" panose="020B0200000000000000" charset="-122"/>
              </a:rPr>
              <a:t>预测结果</a:t>
            </a:r>
          </a:p>
        </p:txBody>
      </p:sp>
      <p:sp>
        <p:nvSpPr>
          <p:cNvPr id="6" name="AutoShape 6"/>
          <p:cNvSpPr/>
          <p:nvPr/>
        </p:nvSpPr>
        <p:spPr>
          <a:xfrm>
            <a:off x="6604567" y="4834890"/>
            <a:ext cx="1548000" cy="540000"/>
          </a:xfrm>
          <a:prstGeom prst="roundRect">
            <a:avLst>
              <a:gd name="adj" fmla="val 0"/>
            </a:avLst>
          </a:prstGeom>
          <a:solidFill>
            <a:srgbClr val="69F0AE">
              <a:alpha val="8000"/>
            </a:srgbClr>
          </a:solidFill>
          <a:ln w="25400" cap="flat" cmpd="sng">
            <a:solidFill>
              <a:srgbClr val="69F0AE">
                <a:alpha val="100000"/>
              </a:srgbClr>
            </a:solidFill>
            <a:prstDash val="solid"/>
            <a:round/>
          </a:ln>
          <a:effectLst>
            <a:outerShdw blurRad="152400" dir="2700000" algn="tl" rotWithShape="0">
              <a:srgbClr val="06F0D2">
                <a:alpha val="40000"/>
              </a:srgbClr>
            </a:outerShdw>
          </a:effectLst>
        </p:spPr>
        <p:txBody>
          <a:bodyPr vert="horz" wrap="square" lIns="0" tIns="0" rIns="0" bIns="0" rtlCol="0" anchor="ctr" anchorCtr="0"/>
          <a:lstStyle/>
          <a:p>
            <a:pPr indent="0" algn="ctr" fontAlgn="auto">
              <a:spcAft>
                <a:spcPts val="600"/>
              </a:spcAft>
              <a:defRPr/>
            </a:pPr>
            <a:r>
              <a:rPr lang="zh-CN" altLang="en-US" i="0" u="none" strike="noStrike">
                <a:solidFill>
                  <a:schemeClr val="bg1"/>
                </a:solidFill>
                <a:latin typeface="Noto Sans SC" panose="020B0200000000000000" charset="-122"/>
                <a:ea typeface="SimSun" pitchFamily="2" charset="-122"/>
                <a:cs typeface="Noto Sans SC" panose="020B0200000000000000" charset="-122"/>
                <a:sym typeface="+mn-ea"/>
              </a:rPr>
              <a:t>停止</a:t>
            </a:r>
          </a:p>
        </p:txBody>
      </p:sp>
      <p:sp>
        <p:nvSpPr>
          <p:cNvPr id="9" name="AutoShape 6"/>
          <p:cNvSpPr/>
          <p:nvPr/>
        </p:nvSpPr>
        <p:spPr>
          <a:xfrm>
            <a:off x="9754037" y="4835967"/>
            <a:ext cx="1547495" cy="539750"/>
          </a:xfrm>
          <a:prstGeom prst="roundRect">
            <a:avLst>
              <a:gd name="adj" fmla="val 0"/>
            </a:avLst>
          </a:prstGeom>
          <a:solidFill>
            <a:srgbClr val="FFE3B1">
              <a:alpha val="8000"/>
            </a:srgbClr>
          </a:solidFill>
          <a:ln w="25400" cap="flat" cmpd="sng">
            <a:solidFill>
              <a:srgbClr val="FFE3B1">
                <a:alpha val="100000"/>
              </a:srgbClr>
            </a:solidFill>
            <a:prstDash val="solid"/>
            <a:round/>
          </a:ln>
          <a:effectLst>
            <a:outerShdw blurRad="152400" dir="2700000" algn="tl" rotWithShape="0">
              <a:srgbClr val="06F0D2">
                <a:alpha val="40000"/>
              </a:srgbClr>
            </a:outerShdw>
          </a:effectLst>
        </p:spPr>
        <p:txBody>
          <a:bodyPr vert="horz" wrap="square" lIns="0" tIns="0" rIns="0" bIns="0" rtlCol="0" anchor="ctr" anchorCtr="0"/>
          <a:lstStyle/>
          <a:p>
            <a:pPr marL="0" indent="0" algn="ctr">
              <a:lnSpc>
                <a:spcPct val="125000"/>
              </a:lnSpc>
              <a:defRPr/>
            </a:pPr>
            <a:r>
              <a:rPr lang="zh-CN" i="0" u="none" strike="noStrike">
                <a:solidFill>
                  <a:srgbClr val="FFFFFF"/>
                </a:solidFill>
                <a:latin typeface="Noto Sans SC" panose="020B0200000000000000" charset="-122"/>
                <a:ea typeface="SimSun" pitchFamily="2" charset="-122"/>
                <a:cs typeface="Noto Sans SC" panose="020B0200000000000000" charset="-122"/>
                <a:sym typeface="Noto Sans SC" panose="020B0200000000000000" charset="-122"/>
              </a:rPr>
              <a:t>误差</a:t>
            </a:r>
            <a:r>
              <a:rPr lang="en-US" altLang="zh-CN" i="0" u="none" strike="noStrike">
                <a:solidFill>
                  <a:srgbClr val="FFFFFF"/>
                </a:solidFill>
                <a:latin typeface="Noto Sans SC" panose="020B0200000000000000" charset="-122"/>
                <a:ea typeface="SimSun" pitchFamily="2" charset="-122"/>
                <a:cs typeface="Noto Sans SC" panose="020B0200000000000000" charset="-122"/>
                <a:sym typeface="Noto Sans SC" panose="020B0200000000000000" charset="-122"/>
              </a:rPr>
              <a:t>/</a:t>
            </a:r>
            <a:r>
              <a:rPr lang="zh-CN" altLang="en-US" i="0" u="none" strike="noStrike">
                <a:solidFill>
                  <a:srgbClr val="FFFFFF"/>
                </a:solidFill>
                <a:latin typeface="Noto Sans SC" panose="020B0200000000000000" charset="-122"/>
                <a:ea typeface="SimSun" pitchFamily="2" charset="-122"/>
                <a:cs typeface="Noto Sans SC" panose="020B0200000000000000" charset="-122"/>
                <a:sym typeface="Noto Sans SC" panose="020B0200000000000000" charset="-122"/>
              </a:rPr>
              <a:t>损失</a:t>
            </a:r>
          </a:p>
        </p:txBody>
      </p:sp>
      <p:grpSp>
        <p:nvGrpSpPr>
          <p:cNvPr id="21" name="组合 20"/>
          <p:cNvGrpSpPr/>
          <p:nvPr/>
        </p:nvGrpSpPr>
        <p:grpSpPr>
          <a:xfrm>
            <a:off x="8255437" y="2656840"/>
            <a:ext cx="1394460" cy="464820"/>
            <a:chOff x="4372" y="4183"/>
            <a:chExt cx="2196" cy="732"/>
          </a:xfrm>
        </p:grpSpPr>
        <p:sp>
          <p:nvSpPr>
            <p:cNvPr id="23" name="文本框 22"/>
            <p:cNvSpPr txBox="1"/>
            <p:nvPr/>
          </p:nvSpPr>
          <p:spPr>
            <a:xfrm>
              <a:off x="4372" y="4183"/>
              <a:ext cx="2196" cy="725"/>
            </a:xfrm>
            <a:prstGeom prst="rect">
              <a:avLst/>
            </a:prstGeom>
            <a:noFill/>
          </p:spPr>
          <p:txBody>
            <a:bodyPr wrap="square" rtlCol="0">
              <a:spAutoFit/>
            </a:bodyPr>
            <a:lstStyle/>
            <a:p>
              <a:pPr algn="ctr">
                <a:lnSpc>
                  <a:spcPct val="150000"/>
                </a:lnSpc>
              </a:pPr>
              <a:r>
                <a:rPr lang="zh-CN" sz="1600">
                  <a:solidFill>
                    <a:srgbClr val="00E5FF"/>
                  </a:solidFill>
                </a:rPr>
                <a:t>模型预测</a:t>
              </a:r>
            </a:p>
          </p:txBody>
        </p:sp>
        <p:cxnSp>
          <p:nvCxnSpPr>
            <p:cNvPr id="28" name="直接箭头连接符 27"/>
            <p:cNvCxnSpPr/>
            <p:nvPr/>
          </p:nvCxnSpPr>
          <p:spPr>
            <a:xfrm>
              <a:off x="4619" y="4915"/>
              <a:ext cx="1701" cy="0"/>
            </a:xfrm>
            <a:prstGeom prst="straightConnector1">
              <a:avLst/>
            </a:prstGeom>
            <a:ln w="19050">
              <a:solidFill>
                <a:srgbClr val="00E5FF"/>
              </a:solidFill>
              <a:prstDash val="sysDash"/>
              <a:tailEnd type="stealth" w="lg" len="lg"/>
            </a:ln>
          </p:spPr>
          <p:style>
            <a:lnRef idx="2">
              <a:schemeClr val="accent1"/>
            </a:lnRef>
            <a:fillRef idx="0">
              <a:srgbClr val="FFFFFF"/>
            </a:fillRef>
            <a:effectRef idx="0">
              <a:srgbClr val="FFFFFF"/>
            </a:effectRef>
            <a:fontRef idx="minor">
              <a:schemeClr val="tx1"/>
            </a:fontRef>
          </p:style>
        </p:cxnSp>
      </p:grpSp>
      <p:grpSp>
        <p:nvGrpSpPr>
          <p:cNvPr id="29" name="组合 28"/>
          <p:cNvGrpSpPr/>
          <p:nvPr/>
        </p:nvGrpSpPr>
        <p:grpSpPr>
          <a:xfrm>
            <a:off x="8402955" y="3369945"/>
            <a:ext cx="1027430" cy="1394460"/>
            <a:chOff x="3910" y="5535"/>
            <a:chExt cx="1618" cy="2196"/>
          </a:xfrm>
        </p:grpSpPr>
        <p:sp>
          <p:nvSpPr>
            <p:cNvPr id="30" name="文本框 29"/>
            <p:cNvSpPr txBox="1"/>
            <p:nvPr/>
          </p:nvSpPr>
          <p:spPr>
            <a:xfrm rot="2700000">
              <a:off x="3621" y="5979"/>
              <a:ext cx="2196" cy="1307"/>
            </a:xfrm>
            <a:prstGeom prst="rect">
              <a:avLst/>
            </a:prstGeom>
            <a:noFill/>
          </p:spPr>
          <p:txBody>
            <a:bodyPr wrap="square" rtlCol="0">
              <a:spAutoFit/>
            </a:bodyPr>
            <a:lstStyle/>
            <a:p>
              <a:pPr algn="ctr">
                <a:lnSpc>
                  <a:spcPct val="150000"/>
                </a:lnSpc>
              </a:pPr>
              <a:r>
                <a:rPr lang="zh-CN" sz="1600">
                  <a:solidFill>
                    <a:srgbClr val="FFE3B1"/>
                  </a:solidFill>
                </a:rPr>
                <a:t>调整模型</a:t>
              </a:r>
            </a:p>
            <a:p>
              <a:pPr algn="ctr">
                <a:lnSpc>
                  <a:spcPct val="150000"/>
                </a:lnSpc>
              </a:pPr>
              <a:r>
                <a:rPr lang="zh-CN" sz="1600">
                  <a:solidFill>
                    <a:srgbClr val="FFE3B1"/>
                  </a:solidFill>
                </a:rPr>
                <a:t>参数</a:t>
              </a:r>
            </a:p>
          </p:txBody>
        </p:sp>
        <p:cxnSp>
          <p:nvCxnSpPr>
            <p:cNvPr id="31" name="直接箭头连接符 30"/>
            <p:cNvCxnSpPr/>
            <p:nvPr/>
          </p:nvCxnSpPr>
          <p:spPr>
            <a:xfrm flipH="1" flipV="1">
              <a:off x="3910" y="5823"/>
              <a:ext cx="1618" cy="1619"/>
            </a:xfrm>
            <a:prstGeom prst="straightConnector1">
              <a:avLst/>
            </a:prstGeom>
            <a:ln w="19050">
              <a:solidFill>
                <a:srgbClr val="FFE3B1"/>
              </a:solidFill>
              <a:prstDash val="sysDash"/>
              <a:tailEnd type="stealth" w="lg" len="lg"/>
            </a:ln>
          </p:spPr>
          <p:style>
            <a:lnRef idx="2">
              <a:schemeClr val="accent1"/>
            </a:lnRef>
            <a:fillRef idx="0">
              <a:srgbClr val="FFFFFF"/>
            </a:fillRef>
            <a:effectRef idx="0">
              <a:srgbClr val="FFFFFF"/>
            </a:effectRef>
            <a:fontRef idx="minor">
              <a:schemeClr val="tx1"/>
            </a:fontRef>
          </p:style>
        </p:cxnSp>
      </p:grpSp>
      <p:grpSp>
        <p:nvGrpSpPr>
          <p:cNvPr id="34" name="组合 33"/>
          <p:cNvGrpSpPr/>
          <p:nvPr/>
        </p:nvGrpSpPr>
        <p:grpSpPr>
          <a:xfrm>
            <a:off x="9820275" y="3548822"/>
            <a:ext cx="943795" cy="1080135"/>
            <a:chOff x="15465" y="5589"/>
            <a:chExt cx="1486" cy="1701"/>
          </a:xfrm>
        </p:grpSpPr>
        <p:grpSp>
          <p:nvGrpSpPr>
            <p:cNvPr id="15" name="组合 14"/>
            <p:cNvGrpSpPr/>
            <p:nvPr/>
          </p:nvGrpSpPr>
          <p:grpSpPr>
            <a:xfrm>
              <a:off x="16201" y="5589"/>
              <a:ext cx="750" cy="1701"/>
              <a:chOff x="7104" y="6218"/>
              <a:chExt cx="750" cy="1701"/>
            </a:xfrm>
          </p:grpSpPr>
          <p:cxnSp>
            <p:nvCxnSpPr>
              <p:cNvPr id="16" name="直接箭头连接符 15"/>
              <p:cNvCxnSpPr/>
              <p:nvPr/>
            </p:nvCxnSpPr>
            <p:spPr>
              <a:xfrm rot="5400000">
                <a:off x="6258" y="7068"/>
                <a:ext cx="1701" cy="0"/>
              </a:xfrm>
              <a:prstGeom prst="straightConnector1">
                <a:avLst/>
              </a:prstGeom>
              <a:ln w="19050">
                <a:solidFill>
                  <a:srgbClr val="B388FF"/>
                </a:solidFill>
                <a:prstDash val="sysDash"/>
                <a:tailEnd type="stealth" w="lg" len="lg"/>
              </a:ln>
            </p:spPr>
            <p:style>
              <a:lnRef idx="2">
                <a:schemeClr val="accent1"/>
              </a:lnRef>
              <a:fillRef idx="0">
                <a:srgbClr val="FFFFFF"/>
              </a:fillRef>
              <a:effectRef idx="0">
                <a:srgbClr val="FFFFFF"/>
              </a:effectRef>
              <a:fontRef idx="minor">
                <a:schemeClr val="tx1"/>
              </a:fontRef>
            </p:style>
          </p:cxnSp>
          <p:sp>
            <p:nvSpPr>
              <p:cNvPr id="17" name="文本框 16"/>
              <p:cNvSpPr txBox="1"/>
              <p:nvPr/>
            </p:nvSpPr>
            <p:spPr>
              <a:xfrm>
                <a:off x="7104" y="6220"/>
                <a:ext cx="750" cy="1695"/>
              </a:xfrm>
              <a:prstGeom prst="rect">
                <a:avLst/>
              </a:prstGeom>
              <a:noFill/>
            </p:spPr>
            <p:txBody>
              <a:bodyPr wrap="square" rtlCol="0">
                <a:spAutoFit/>
              </a:bodyPr>
              <a:lstStyle/>
              <a:p>
                <a:pPr algn="ctr">
                  <a:lnSpc>
                    <a:spcPct val="100000"/>
                  </a:lnSpc>
                </a:pPr>
                <a:r>
                  <a:rPr lang="zh-CN" sz="1600">
                    <a:solidFill>
                      <a:srgbClr val="B388FF"/>
                    </a:solidFill>
                  </a:rPr>
                  <a:t>对比预测</a:t>
                </a:r>
              </a:p>
            </p:txBody>
          </p:sp>
        </p:grpSp>
        <p:sp>
          <p:nvSpPr>
            <p:cNvPr id="33" name="文本框 32"/>
            <p:cNvSpPr txBox="1"/>
            <p:nvPr/>
          </p:nvSpPr>
          <p:spPr>
            <a:xfrm>
              <a:off x="15465" y="5591"/>
              <a:ext cx="750" cy="1691"/>
            </a:xfrm>
            <a:prstGeom prst="rect">
              <a:avLst/>
            </a:prstGeom>
            <a:noFill/>
          </p:spPr>
          <p:txBody>
            <a:bodyPr wrap="square" rtlCol="0" anchor="ctr" anchorCtr="0">
              <a:noAutofit/>
            </a:bodyPr>
            <a:lstStyle/>
            <a:p>
              <a:pPr algn="ctr">
                <a:lnSpc>
                  <a:spcPct val="100000"/>
                </a:lnSpc>
              </a:pPr>
              <a:r>
                <a:rPr lang="zh-CN" sz="1600">
                  <a:solidFill>
                    <a:srgbClr val="B388FF"/>
                  </a:solidFill>
                </a:rPr>
                <a:t>和理想结果</a:t>
              </a:r>
            </a:p>
          </p:txBody>
        </p:sp>
      </p:grpSp>
      <p:grpSp>
        <p:nvGrpSpPr>
          <p:cNvPr id="36" name="组合 35"/>
          <p:cNvGrpSpPr/>
          <p:nvPr/>
        </p:nvGrpSpPr>
        <p:grpSpPr>
          <a:xfrm>
            <a:off x="2520752" y="4646295"/>
            <a:ext cx="1394460" cy="460375"/>
            <a:chOff x="4428" y="7317"/>
            <a:chExt cx="2196" cy="725"/>
          </a:xfrm>
        </p:grpSpPr>
        <p:sp>
          <p:nvSpPr>
            <p:cNvPr id="35" name="文本框 34"/>
            <p:cNvSpPr txBox="1"/>
            <p:nvPr/>
          </p:nvSpPr>
          <p:spPr>
            <a:xfrm>
              <a:off x="4428" y="7317"/>
              <a:ext cx="2196" cy="725"/>
            </a:xfrm>
            <a:prstGeom prst="rect">
              <a:avLst/>
            </a:prstGeom>
            <a:noFill/>
          </p:spPr>
          <p:txBody>
            <a:bodyPr wrap="square" rtlCol="0">
              <a:spAutoFit/>
            </a:bodyPr>
            <a:lstStyle/>
            <a:p>
              <a:pPr algn="ctr">
                <a:lnSpc>
                  <a:spcPct val="150000"/>
                </a:lnSpc>
              </a:pPr>
              <a:r>
                <a:rPr lang="zh-CN" sz="1600">
                  <a:solidFill>
                    <a:srgbClr val="69F0AE"/>
                  </a:solidFill>
                </a:rPr>
                <a:t>错误很少</a:t>
              </a:r>
            </a:p>
          </p:txBody>
        </p:sp>
        <p:cxnSp>
          <p:nvCxnSpPr>
            <p:cNvPr id="27" name="直接箭头连接符 26"/>
            <p:cNvCxnSpPr/>
            <p:nvPr/>
          </p:nvCxnSpPr>
          <p:spPr>
            <a:xfrm>
              <a:off x="4675" y="8038"/>
              <a:ext cx="1701" cy="0"/>
            </a:xfrm>
            <a:prstGeom prst="straightConnector1">
              <a:avLst/>
            </a:prstGeom>
            <a:ln w="19050">
              <a:solidFill>
                <a:srgbClr val="69F0AE"/>
              </a:solidFill>
              <a:prstDash val="sysDash"/>
              <a:headEnd type="stealth" w="lg" len="lg"/>
              <a:tailEnd type="none" w="lg" len="lg"/>
            </a:ln>
          </p:spPr>
          <p:style>
            <a:lnRef idx="2">
              <a:schemeClr val="accent1"/>
            </a:lnRef>
            <a:fillRef idx="0">
              <a:srgbClr val="FFFFFF"/>
            </a:fillRef>
            <a:effectRef idx="0">
              <a:srgbClr val="FFFFFF"/>
            </a:effectRef>
            <a:fontRef idx="minor">
              <a:schemeClr val="tx1"/>
            </a:fontRef>
          </p:style>
        </p:cxnSp>
      </p:grpSp>
      <p:grpSp>
        <p:nvGrpSpPr>
          <p:cNvPr id="37" name="组合 36"/>
          <p:cNvGrpSpPr/>
          <p:nvPr/>
        </p:nvGrpSpPr>
        <p:grpSpPr>
          <a:xfrm>
            <a:off x="8256072" y="4648835"/>
            <a:ext cx="1394460" cy="460375"/>
            <a:chOff x="4428" y="7317"/>
            <a:chExt cx="2196" cy="725"/>
          </a:xfrm>
        </p:grpSpPr>
        <p:sp>
          <p:nvSpPr>
            <p:cNvPr id="38" name="文本框 37"/>
            <p:cNvSpPr txBox="1"/>
            <p:nvPr/>
          </p:nvSpPr>
          <p:spPr>
            <a:xfrm>
              <a:off x="4428" y="7317"/>
              <a:ext cx="2196" cy="725"/>
            </a:xfrm>
            <a:prstGeom prst="rect">
              <a:avLst/>
            </a:prstGeom>
            <a:noFill/>
          </p:spPr>
          <p:txBody>
            <a:bodyPr wrap="square" rtlCol="0">
              <a:spAutoFit/>
            </a:bodyPr>
            <a:lstStyle/>
            <a:p>
              <a:pPr algn="ctr">
                <a:lnSpc>
                  <a:spcPct val="150000"/>
                </a:lnSpc>
              </a:pPr>
              <a:r>
                <a:rPr lang="zh-CN" sz="1600">
                  <a:solidFill>
                    <a:srgbClr val="69F0AE"/>
                  </a:solidFill>
                </a:rPr>
                <a:t>误差很小</a:t>
              </a:r>
            </a:p>
          </p:txBody>
        </p:sp>
        <p:cxnSp>
          <p:nvCxnSpPr>
            <p:cNvPr id="39" name="直接箭头连接符 38"/>
            <p:cNvCxnSpPr/>
            <p:nvPr/>
          </p:nvCxnSpPr>
          <p:spPr>
            <a:xfrm>
              <a:off x="4675" y="8038"/>
              <a:ext cx="1701" cy="0"/>
            </a:xfrm>
            <a:prstGeom prst="straightConnector1">
              <a:avLst/>
            </a:prstGeom>
            <a:ln w="19050">
              <a:solidFill>
                <a:srgbClr val="69F0AE"/>
              </a:solidFill>
              <a:prstDash val="sysDash"/>
              <a:headEnd type="stealth" w="lg" len="lg"/>
              <a:tailEnd type="none" w="lg" len="lg"/>
            </a:ln>
          </p:spPr>
          <p:style>
            <a:lnRef idx="2">
              <a:schemeClr val="accent1"/>
            </a:lnRef>
            <a:fillRef idx="0">
              <a:srgbClr val="FFFFFF"/>
            </a:fillRef>
            <a:effectRef idx="0">
              <a:srgbClr val="FFFFFF"/>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9">
                                            <p:txEl>
                                              <p:pRg st="0" end="0"/>
                                            </p:txEl>
                                          </p:spTgt>
                                        </p:tgtEl>
                                        <p:attrNameLst>
                                          <p:attrName>style.visibility</p:attrName>
                                        </p:attrNameLst>
                                      </p:cBhvr>
                                      <p:to>
                                        <p:strVal val="visible"/>
                                      </p:to>
                                    </p:set>
                                    <p:animEffect transition="in" filter="fade">
                                      <p:cBhvr>
                                        <p:cTn id="7" dur="500"/>
                                        <p:tgtEl>
                                          <p:spTgt spid="1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par>
                          <p:cTn id="18" fill="hold">
                            <p:stCondLst>
                              <p:cond delay="500"/>
                            </p:stCondLst>
                            <p:childTnLst>
                              <p:par>
                                <p:cTn id="19" presetID="10" presetClass="entr" presetSubtype="0" fill="hold" grpId="0" nodeType="after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500"/>
                                        <p:tgtEl>
                                          <p:spTgt spid="13"/>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fade">
                                      <p:cBhvr>
                                        <p:cTn id="26" dur="500"/>
                                        <p:tgtEl>
                                          <p:spTgt spid="24"/>
                                        </p:tgtEl>
                                      </p:cBhvr>
                                    </p:animEffect>
                                  </p:childTnLst>
                                </p:cTn>
                              </p:par>
                            </p:childTnLst>
                          </p:cTn>
                        </p:par>
                        <p:par>
                          <p:cTn id="27" fill="hold">
                            <p:stCondLst>
                              <p:cond delay="500"/>
                            </p:stCondLst>
                            <p:childTnLst>
                              <p:par>
                                <p:cTn id="28" presetID="10" presetClass="entr" presetSubtype="0" fill="hold" grpId="0" nodeType="after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500"/>
                                        <p:tgtEl>
                                          <p:spTgt spid="10"/>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26"/>
                                        </p:tgtEl>
                                        <p:attrNameLst>
                                          <p:attrName>style.visibility</p:attrName>
                                        </p:attrNameLst>
                                      </p:cBhvr>
                                      <p:to>
                                        <p:strVal val="visible"/>
                                      </p:to>
                                    </p:set>
                                    <p:animEffect transition="in" filter="fade">
                                      <p:cBhvr>
                                        <p:cTn id="35" dur="5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36"/>
                                        </p:tgtEl>
                                        <p:attrNameLst>
                                          <p:attrName>style.visibility</p:attrName>
                                        </p:attrNameLst>
                                      </p:cBhvr>
                                      <p:to>
                                        <p:strVal val="visible"/>
                                      </p:to>
                                    </p:set>
                                    <p:animEffect transition="in" filter="fade">
                                      <p:cBhvr>
                                        <p:cTn id="40" dur="500"/>
                                        <p:tgtEl>
                                          <p:spTgt spid="36"/>
                                        </p:tgtEl>
                                      </p:cBhvr>
                                    </p:animEffect>
                                  </p:childTnLst>
                                </p:cTn>
                              </p:par>
                            </p:childTnLst>
                          </p:cTn>
                        </p:par>
                        <p:par>
                          <p:cTn id="41" fill="hold">
                            <p:stCondLst>
                              <p:cond delay="500"/>
                            </p:stCondLst>
                            <p:childTnLst>
                              <p:par>
                                <p:cTn id="42" presetID="10" presetClass="entr" presetSubtype="0" fill="hold" grpId="0" nodeType="afterEffect">
                                  <p:stCondLst>
                                    <p:cond delay="0"/>
                                  </p:stCondLst>
                                  <p:childTnLst>
                                    <p:set>
                                      <p:cBhvr>
                                        <p:cTn id="43" dur="1" fill="hold">
                                          <p:stCondLst>
                                            <p:cond delay="0"/>
                                          </p:stCondLst>
                                        </p:cTn>
                                        <p:tgtEl>
                                          <p:spTgt spid="45"/>
                                        </p:tgtEl>
                                        <p:attrNameLst>
                                          <p:attrName>style.visibility</p:attrName>
                                        </p:attrNameLst>
                                      </p:cBhvr>
                                      <p:to>
                                        <p:strVal val="visible"/>
                                      </p:to>
                                    </p:set>
                                    <p:animEffect transition="in" filter="fade">
                                      <p:cBhvr>
                                        <p:cTn id="44" dur="500"/>
                                        <p:tgtEl>
                                          <p:spTgt spid="45"/>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20">
                                            <p:txEl>
                                              <p:pRg st="0" end="0"/>
                                            </p:txEl>
                                          </p:spTgt>
                                        </p:tgtEl>
                                        <p:attrNameLst>
                                          <p:attrName>style.visibility</p:attrName>
                                        </p:attrNameLst>
                                      </p:cBhvr>
                                      <p:to>
                                        <p:strVal val="visible"/>
                                      </p:to>
                                    </p:set>
                                    <p:animEffect transition="in" filter="fade">
                                      <p:cBhvr>
                                        <p:cTn id="49" dur="500"/>
                                        <p:tgtEl>
                                          <p:spTgt spid="20">
                                            <p:txEl>
                                              <p:pRg st="0" end="0"/>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3"/>
                                        </p:tgtEl>
                                        <p:attrNameLst>
                                          <p:attrName>style.visibility</p:attrName>
                                        </p:attrNameLst>
                                      </p:cBhvr>
                                      <p:to>
                                        <p:strVal val="visible"/>
                                      </p:to>
                                    </p:set>
                                    <p:animEffect transition="in" filter="fade">
                                      <p:cBhvr>
                                        <p:cTn id="54" dur="500"/>
                                        <p:tgtEl>
                                          <p:spTgt spid="3"/>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21"/>
                                        </p:tgtEl>
                                        <p:attrNameLst>
                                          <p:attrName>style.visibility</p:attrName>
                                        </p:attrNameLst>
                                      </p:cBhvr>
                                      <p:to>
                                        <p:strVal val="visible"/>
                                      </p:to>
                                    </p:set>
                                    <p:animEffect transition="in" filter="fade">
                                      <p:cBhvr>
                                        <p:cTn id="59" dur="500"/>
                                        <p:tgtEl>
                                          <p:spTgt spid="21"/>
                                        </p:tgtEl>
                                      </p:cBhvr>
                                    </p:animEffect>
                                  </p:childTnLst>
                                </p:cTn>
                              </p:par>
                            </p:childTnLst>
                          </p:cTn>
                        </p:par>
                        <p:par>
                          <p:cTn id="60" fill="hold">
                            <p:stCondLst>
                              <p:cond delay="500"/>
                            </p:stCondLst>
                            <p:childTnLst>
                              <p:par>
                                <p:cTn id="61" presetID="10" presetClass="entr" presetSubtype="0" fill="hold" grpId="0" nodeType="afterEffect">
                                  <p:stCondLst>
                                    <p:cond delay="0"/>
                                  </p:stCondLst>
                                  <p:childTnLst>
                                    <p:set>
                                      <p:cBhvr>
                                        <p:cTn id="62" dur="1" fill="hold">
                                          <p:stCondLst>
                                            <p:cond delay="0"/>
                                          </p:stCondLst>
                                        </p:cTn>
                                        <p:tgtEl>
                                          <p:spTgt spid="5"/>
                                        </p:tgtEl>
                                        <p:attrNameLst>
                                          <p:attrName>style.visibility</p:attrName>
                                        </p:attrNameLst>
                                      </p:cBhvr>
                                      <p:to>
                                        <p:strVal val="visible"/>
                                      </p:to>
                                    </p:set>
                                    <p:animEffect transition="in" filter="fade">
                                      <p:cBhvr>
                                        <p:cTn id="63" dur="500"/>
                                        <p:tgtEl>
                                          <p:spTgt spid="5"/>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nodeType="clickEffect">
                                  <p:stCondLst>
                                    <p:cond delay="0"/>
                                  </p:stCondLst>
                                  <p:childTnLst>
                                    <p:set>
                                      <p:cBhvr>
                                        <p:cTn id="67" dur="1" fill="hold">
                                          <p:stCondLst>
                                            <p:cond delay="0"/>
                                          </p:stCondLst>
                                        </p:cTn>
                                        <p:tgtEl>
                                          <p:spTgt spid="34"/>
                                        </p:tgtEl>
                                        <p:attrNameLst>
                                          <p:attrName>style.visibility</p:attrName>
                                        </p:attrNameLst>
                                      </p:cBhvr>
                                      <p:to>
                                        <p:strVal val="visible"/>
                                      </p:to>
                                    </p:set>
                                    <p:animEffect transition="in" filter="fade">
                                      <p:cBhvr>
                                        <p:cTn id="68" dur="500"/>
                                        <p:tgtEl>
                                          <p:spTgt spid="34"/>
                                        </p:tgtEl>
                                      </p:cBhvr>
                                    </p:animEffect>
                                  </p:childTnLst>
                                </p:cTn>
                              </p:par>
                            </p:childTnLst>
                          </p:cTn>
                        </p:par>
                        <p:par>
                          <p:cTn id="69" fill="hold">
                            <p:stCondLst>
                              <p:cond delay="500"/>
                            </p:stCondLst>
                            <p:childTnLst>
                              <p:par>
                                <p:cTn id="70" presetID="10" presetClass="entr" presetSubtype="0" fill="hold" grpId="0" nodeType="afterEffect">
                                  <p:stCondLst>
                                    <p:cond delay="0"/>
                                  </p:stCondLst>
                                  <p:childTnLst>
                                    <p:set>
                                      <p:cBhvr>
                                        <p:cTn id="71" dur="1" fill="hold">
                                          <p:stCondLst>
                                            <p:cond delay="0"/>
                                          </p:stCondLst>
                                        </p:cTn>
                                        <p:tgtEl>
                                          <p:spTgt spid="9"/>
                                        </p:tgtEl>
                                        <p:attrNameLst>
                                          <p:attrName>style.visibility</p:attrName>
                                        </p:attrNameLst>
                                      </p:cBhvr>
                                      <p:to>
                                        <p:strVal val="visible"/>
                                      </p:to>
                                    </p:set>
                                    <p:animEffect transition="in" filter="fade">
                                      <p:cBhvr>
                                        <p:cTn id="72" dur="500"/>
                                        <p:tgtEl>
                                          <p:spTgt spid="9"/>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29"/>
                                        </p:tgtEl>
                                        <p:attrNameLst>
                                          <p:attrName>style.visibility</p:attrName>
                                        </p:attrNameLst>
                                      </p:cBhvr>
                                      <p:to>
                                        <p:strVal val="visible"/>
                                      </p:to>
                                    </p:set>
                                    <p:animEffect transition="in" filter="fade">
                                      <p:cBhvr>
                                        <p:cTn id="77" dur="500"/>
                                        <p:tgtEl>
                                          <p:spTgt spid="29"/>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nodeType="clickEffect">
                                  <p:stCondLst>
                                    <p:cond delay="0"/>
                                  </p:stCondLst>
                                  <p:childTnLst>
                                    <p:set>
                                      <p:cBhvr>
                                        <p:cTn id="81" dur="1" fill="hold">
                                          <p:stCondLst>
                                            <p:cond delay="0"/>
                                          </p:stCondLst>
                                        </p:cTn>
                                        <p:tgtEl>
                                          <p:spTgt spid="37"/>
                                        </p:tgtEl>
                                        <p:attrNameLst>
                                          <p:attrName>style.visibility</p:attrName>
                                        </p:attrNameLst>
                                      </p:cBhvr>
                                      <p:to>
                                        <p:strVal val="visible"/>
                                      </p:to>
                                    </p:set>
                                    <p:animEffect transition="in" filter="fade">
                                      <p:cBhvr>
                                        <p:cTn id="82" dur="500"/>
                                        <p:tgtEl>
                                          <p:spTgt spid="37"/>
                                        </p:tgtEl>
                                      </p:cBhvr>
                                    </p:animEffect>
                                  </p:childTnLst>
                                </p:cTn>
                              </p:par>
                            </p:childTnLst>
                          </p:cTn>
                        </p:par>
                        <p:par>
                          <p:cTn id="83" fill="hold">
                            <p:stCondLst>
                              <p:cond delay="500"/>
                            </p:stCondLst>
                            <p:childTnLst>
                              <p:par>
                                <p:cTn id="84" presetID="10" presetClass="entr" presetSubtype="0" fill="hold" grpId="0" nodeType="afterEffect">
                                  <p:stCondLst>
                                    <p:cond delay="0"/>
                                  </p:stCondLst>
                                  <p:childTnLst>
                                    <p:set>
                                      <p:cBhvr>
                                        <p:cTn id="85" dur="1" fill="hold">
                                          <p:stCondLst>
                                            <p:cond delay="0"/>
                                          </p:stCondLst>
                                        </p:cTn>
                                        <p:tgtEl>
                                          <p:spTgt spid="6"/>
                                        </p:tgtEl>
                                        <p:attrNameLst>
                                          <p:attrName>style.visibility</p:attrName>
                                        </p:attrNameLst>
                                      </p:cBhvr>
                                      <p:to>
                                        <p:strVal val="visible"/>
                                      </p:to>
                                    </p:set>
                                    <p:animEffect transition="in" filter="fade">
                                      <p:cBhvr>
                                        <p:cTn id="86"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build="p"/>
      <p:bldP spid="19" grpId="1" build="p"/>
      <p:bldP spid="20" grpId="0" build="p"/>
      <p:bldP spid="20" grpId="1" build="p"/>
      <p:bldP spid="12" grpId="0" animBg="1"/>
      <p:bldP spid="12" grpId="1" animBg="1"/>
      <p:bldP spid="13" grpId="0" animBg="1"/>
      <p:bldP spid="13" grpId="1" animBg="1"/>
      <p:bldP spid="45" grpId="0" animBg="1"/>
      <p:bldP spid="45" grpId="1" animBg="1"/>
      <p:bldP spid="10" grpId="0" animBg="1"/>
      <p:bldP spid="10" grpId="1" animBg="1"/>
      <p:bldP spid="3" grpId="0" animBg="1"/>
      <p:bldP spid="3" grpId="1" animBg="1"/>
      <p:bldP spid="5" grpId="0" animBg="1"/>
      <p:bldP spid="5" grpId="1" animBg="1"/>
      <p:bldP spid="6" grpId="0" animBg="1"/>
      <p:bldP spid="6" grpId="1" animBg="1"/>
      <p:bldP spid="9" grpId="0" animBg="1"/>
      <p:bldP spid="9" grpId="1"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a:t>模型的训练过程</a:t>
            </a:r>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lstStyle/>
              <a:p>
                <a:r>
                  <a:rPr lang="zh-CN" altLang="en-US" dirty="0"/>
                  <a:t>找到用参数描述数据的最优方式</a:t>
                </a:r>
              </a:p>
              <a:p>
                <a:pPr lvl="1"/>
                <a:r>
                  <a:rPr lang="zh-CN" altLang="en-US" dirty="0"/>
                  <a:t>类似于寻找一片有丘陵和坑洼的地带海拔最低的地方</a:t>
                </a:r>
              </a:p>
              <a:p>
                <a:pPr lvl="1"/>
                <a:r>
                  <a:rPr lang="zh-CN" altLang="en-US" dirty="0"/>
                  <a:t>“地形”由训练数据决定</a:t>
                </a:r>
              </a:p>
              <a:p>
                <a:pPr lvl="0"/>
                <a:r>
                  <a:rPr lang="zh-CN" altLang="en-US" dirty="0"/>
                  <a:t>例如右图中的每一个点</a:t>
                </a:r>
                <a:r>
                  <a:rPr lang="en-US" altLang="zh-CN" dirty="0"/>
                  <a:t>(a, b, </a:t>
                </a:r>
                <a:r>
                  <a:rPr lang="en-US" altLang="zh-CN" dirty="0">
                    <a:latin typeface="Noto Sans CJK SC" panose="020B0500000000000000" charset="-122"/>
                    <a:ea typeface="Noto Sans CJK SC" panose="020B0500000000000000" charset="-122"/>
                  </a:rPr>
                  <a:t>Δ)</a:t>
                </a:r>
                <a:r>
                  <a:rPr lang="zh-CN" altLang="en-US" dirty="0"/>
                  <a:t>：</a:t>
                </a:r>
              </a:p>
              <a:p>
                <a:pPr lvl="1"/>
                <a:r>
                  <a:rPr lang="en-US" altLang="zh-CN" dirty="0"/>
                  <a:t>X=a, Y=b</a:t>
                </a:r>
              </a:p>
              <a:p>
                <a:pPr lvl="1"/>
                <a:r>
                  <a:rPr lang="en-US" altLang="zh-CN" dirty="0"/>
                  <a:t>Z=</a:t>
                </a:r>
                <a:r>
                  <a:rPr lang="en-US" altLang="zh-CN" dirty="0">
                    <a:latin typeface="Noto Sans CJK SC" panose="020B0500000000000000" charset="-122"/>
                    <a:ea typeface="Noto Sans CJK SC" panose="020B0500000000000000" charset="-122"/>
                    <a:sym typeface="+mn-ea"/>
                  </a:rPr>
                  <a:t>Δ</a:t>
                </a:r>
              </a:p>
              <a:p>
                <a:pPr lvl="1"/>
                <a14:m>
                  <m:oMath xmlns:m="http://schemas.openxmlformats.org/officeDocument/2006/math">
                    <m:sSub>
                      <m:sSubPr>
                        <m:ctrlPr>
                          <a:rPr lang="en-US" altLang="zh-CN" i="1">
                            <a:latin typeface="DejaVu Math TeX Gyre" panose="02000503000000000000" charset="0"/>
                            <a:cs typeface="DejaVu Math TeX Gyre" panose="02000503000000000000" charset="0"/>
                          </a:rPr>
                        </m:ctrlPr>
                      </m:sSubPr>
                      <m:e>
                        <m:r>
                          <a:rPr lang="en-US" altLang="zh-CN" i="1">
                            <a:latin typeface="DejaVu Math TeX Gyre" panose="02000503000000000000" charset="0"/>
                            <a:cs typeface="DejaVu Math TeX Gyre" panose="02000503000000000000" charset="0"/>
                          </a:rPr>
                          <m:t>𝑓</m:t>
                        </m:r>
                      </m:e>
                      <m:sub>
                        <m:r>
                          <a:rPr lang="en-US" altLang="zh-CN" i="1">
                            <a:latin typeface="DejaVu Math TeX Gyre" panose="02000503000000000000" charset="0"/>
                            <a:cs typeface="DejaVu Math TeX Gyre" panose="02000503000000000000" charset="0"/>
                          </a:rPr>
                          <m:t>𝑥</m:t>
                        </m:r>
                        <m:r>
                          <a:rPr lang="en-US" altLang="zh-CN" i="1">
                            <a:latin typeface="DejaVu Math TeX Gyre" panose="02000503000000000000" charset="0"/>
                            <a:ea typeface="MS Mincho" charset="0"/>
                            <a:cs typeface="DejaVu Math TeX Gyre" panose="02000503000000000000" charset="0"/>
                          </a:rPr>
                          <m:t>=</m:t>
                        </m:r>
                        <m:r>
                          <a:rPr lang="en-US" altLang="zh-CN" i="1">
                            <a:latin typeface="DejaVu Math TeX Gyre" panose="02000503000000000000" charset="0"/>
                            <a:cs typeface="DejaVu Math TeX Gyre" panose="02000503000000000000" charset="0"/>
                          </a:rPr>
                          <m:t>𝑎</m:t>
                        </m:r>
                        <m:r>
                          <a:rPr lang="en-US" altLang="zh-CN" b="0" i="1" smtClean="0">
                            <a:latin typeface="Cambria Math" panose="02040503050406030204" pitchFamily="18" charset="0"/>
                            <a:cs typeface="DejaVu Math TeX Gyre" panose="02000503000000000000" charset="0"/>
                          </a:rPr>
                          <m:t>,</m:t>
                        </m:r>
                        <m:r>
                          <a:rPr lang="en-US" altLang="zh-CN" i="1">
                            <a:latin typeface="DejaVu Math TeX Gyre" panose="02000503000000000000" charset="0"/>
                            <a:cs typeface="DejaVu Math TeX Gyre" panose="02000503000000000000" charset="0"/>
                          </a:rPr>
                          <m:t>𝑦</m:t>
                        </m:r>
                        <m:r>
                          <a:rPr lang="en-US" altLang="zh-CN" i="1">
                            <a:latin typeface="DejaVu Math TeX Gyre" panose="02000503000000000000" charset="0"/>
                            <a:ea typeface="MS Mincho" charset="0"/>
                            <a:cs typeface="DejaVu Math TeX Gyre" panose="02000503000000000000" charset="0"/>
                          </a:rPr>
                          <m:t>=</m:t>
                        </m:r>
                        <m:r>
                          <a:rPr lang="en-US" altLang="zh-CN" i="1">
                            <a:latin typeface="DejaVu Math TeX Gyre" panose="02000503000000000000" charset="0"/>
                            <a:cs typeface="DejaVu Math TeX Gyre" panose="02000503000000000000" charset="0"/>
                          </a:rPr>
                          <m:t>𝑏</m:t>
                        </m:r>
                      </m:sub>
                    </m:sSub>
                    <m:r>
                      <a:rPr lang="en-US" altLang="zh-CN" i="1">
                        <a:latin typeface="DejaVu Math TeX Gyre" panose="02000503000000000000" charset="0"/>
                        <a:ea typeface="MS Mincho" charset="0"/>
                        <a:cs typeface="DejaVu Math TeX Gyre" panose="02000503000000000000" charset="0"/>
                      </a:rPr>
                      <m:t>(训练数据)−理想结果=</m:t>
                    </m:r>
                    <m:r>
                      <a:rPr lang="en-US" altLang="zh-CN" i="1">
                        <a:latin typeface="DejaVu Math TeX Gyre" panose="02000503000000000000" charset="0"/>
                        <a:ea typeface="MS Mincho" charset="0"/>
                        <a:cs typeface="DejaVu Math TeX Gyre" panose="02000503000000000000" charset="0"/>
                      </a:rPr>
                      <m:t>𝛥</m:t>
                    </m:r>
                  </m:oMath>
                </a14:m>
                <a:endParaRPr lang="en-US" altLang="zh-CN" dirty="0">
                  <a:latin typeface="DejaVu Math TeX Gyre" panose="02000503000000000000" charset="0"/>
                  <a:cs typeface="DejaVu Math TeX Gyre" panose="02000503000000000000" charset="0"/>
                </a:endParaRPr>
              </a:p>
            </p:txBody>
          </p:sp>
        </mc:Choice>
        <mc:Fallback>
          <p:sp>
            <p:nvSpPr>
              <p:cNvPr id="3" name="内容占位符 2"/>
              <p:cNvSpPr>
                <a:spLocks noGrp="1" noRot="1" noChangeAspect="1" noMove="1" noResize="1" noEditPoints="1" noAdjustHandles="1" noChangeArrowheads="1" noChangeShapeType="1" noTextEdit="1"/>
              </p:cNvSpPr>
              <p:nvPr>
                <p:ph idx="1"/>
              </p:nvPr>
            </p:nvSpPr>
            <p:spPr>
              <a:blipFill>
                <a:blip r:embed="rId3"/>
                <a:stretch>
                  <a:fillRect l="-528"/>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49AE70B2-8BF9-45C0-BB95-33D1B9D3A854}" type="slidenum">
              <a:rPr lang="zh-CN" altLang="en-US" smtClean="0"/>
              <a:t>7</a:t>
            </a:fld>
            <a:endParaRPr lang="en-US" altLang="zh-CN"/>
          </a:p>
        </p:txBody>
      </p:sp>
      <p:pic>
        <p:nvPicPr>
          <p:cNvPr id="5" name="图片 4"/>
          <p:cNvPicPr/>
          <p:nvPr/>
        </p:nvPicPr>
        <p:blipFill>
          <a:blip r:embed="rId4"/>
          <a:stretch>
            <a:fillRect/>
          </a:stretch>
        </p:blipFill>
        <p:spPr>
          <a:xfrm>
            <a:off x="7267575" y="2212975"/>
            <a:ext cx="3895725" cy="2738755"/>
          </a:xfrm>
          <a:prstGeom prst="rect">
            <a:avLst/>
          </a:prstGeom>
          <a:ln w="19050">
            <a:solidFill>
              <a:schemeClr val="bg1"/>
            </a:solidFill>
          </a:ln>
          <a:effectLst>
            <a:outerShdw blurRad="50800" dist="38100" dir="2700000" algn="tl" rotWithShape="0">
              <a:schemeClr val="bg1">
                <a:alpha val="40000"/>
              </a:scheme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par>
                          <p:cTn id="13" fill="hold">
                            <p:stCondLst>
                              <p:cond delay="500"/>
                            </p:stCondLst>
                            <p:childTnLst>
                              <p:par>
                                <p:cTn id="14" presetID="10" presetClass="entr" presetSubtype="0" fill="hold" nodeType="after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500"/>
                                        <p:tgtEl>
                                          <p:spTgt spid="3">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fade">
                                      <p:cBhvr>
                                        <p:cTn id="26" dur="500"/>
                                        <p:tgtEl>
                                          <p:spTgt spid="3">
                                            <p:txEl>
                                              <p:pRg st="3" end="3"/>
                                            </p:txEl>
                                          </p:spTgt>
                                        </p:tgtEl>
                                      </p:cBhvr>
                                    </p:animEffect>
                                  </p:childTnLst>
                                </p:cTn>
                              </p:par>
                            </p:childTnLst>
                          </p:cTn>
                        </p:par>
                        <p:par>
                          <p:cTn id="27" fill="hold">
                            <p:stCondLst>
                              <p:cond delay="500"/>
                            </p:stCondLst>
                            <p:childTnLst>
                              <p:par>
                                <p:cTn id="28" presetID="10" presetClass="entr" presetSubtype="0" fill="hold" grpId="0" nodeType="afterEffect">
                                  <p:stCondLst>
                                    <p:cond delay="0"/>
                                  </p:stCondLst>
                                  <p:childTnLst>
                                    <p:set>
                                      <p:cBhvr>
                                        <p:cTn id="29" dur="1" fill="hold">
                                          <p:stCondLst>
                                            <p:cond delay="0"/>
                                          </p:stCondLst>
                                        </p:cTn>
                                        <p:tgtEl>
                                          <p:spTgt spid="3">
                                            <p:txEl>
                                              <p:pRg st="4" end="4"/>
                                            </p:txEl>
                                          </p:spTgt>
                                        </p:tgtEl>
                                        <p:attrNameLst>
                                          <p:attrName>style.visibility</p:attrName>
                                        </p:attrNameLst>
                                      </p:cBhvr>
                                      <p:to>
                                        <p:strVal val="visible"/>
                                      </p:to>
                                    </p:set>
                                    <p:animEffect transition="in" filter="fade">
                                      <p:cBhvr>
                                        <p:cTn id="30" dur="500"/>
                                        <p:tgtEl>
                                          <p:spTgt spid="3">
                                            <p:txEl>
                                              <p:pRg st="4" end="4"/>
                                            </p:txEl>
                                          </p:spTgt>
                                        </p:tgtEl>
                                      </p:cBhvr>
                                    </p:animEffect>
                                  </p:childTnLst>
                                </p:cTn>
                              </p:par>
                            </p:childTnLst>
                          </p:cTn>
                        </p:par>
                        <p:par>
                          <p:cTn id="31" fill="hold">
                            <p:stCondLst>
                              <p:cond delay="1000"/>
                            </p:stCondLst>
                            <p:childTnLst>
                              <p:par>
                                <p:cTn id="32" presetID="10" presetClass="entr" presetSubtype="0" fill="hold" grpId="0" nodeType="afterEffect">
                                  <p:stCondLst>
                                    <p:cond delay="0"/>
                                  </p:stCondLst>
                                  <p:childTnLst>
                                    <p:set>
                                      <p:cBhvr>
                                        <p:cTn id="33" dur="1" fill="hold">
                                          <p:stCondLst>
                                            <p:cond delay="0"/>
                                          </p:stCondLst>
                                        </p:cTn>
                                        <p:tgtEl>
                                          <p:spTgt spid="3">
                                            <p:txEl>
                                              <p:pRg st="5" end="5"/>
                                            </p:txEl>
                                          </p:spTgt>
                                        </p:tgtEl>
                                        <p:attrNameLst>
                                          <p:attrName>style.visibility</p:attrName>
                                        </p:attrNameLst>
                                      </p:cBhvr>
                                      <p:to>
                                        <p:strVal val="visible"/>
                                      </p:to>
                                    </p:set>
                                    <p:animEffect transition="in" filter="fade">
                                      <p:cBhvr>
                                        <p:cTn id="34" dur="500"/>
                                        <p:tgtEl>
                                          <p:spTgt spid="3">
                                            <p:txEl>
                                              <p:pRg st="5" end="5"/>
                                            </p:txEl>
                                          </p:spTgt>
                                        </p:tgtEl>
                                      </p:cBhvr>
                                    </p:animEffect>
                                  </p:childTnLst>
                                </p:cTn>
                              </p:par>
                            </p:childTnLst>
                          </p:cTn>
                        </p:par>
                        <p:par>
                          <p:cTn id="35" fill="hold">
                            <p:stCondLst>
                              <p:cond delay="1500"/>
                            </p:stCondLst>
                            <p:childTnLst>
                              <p:par>
                                <p:cTn id="36" presetID="10" presetClass="entr" presetSubtype="0" fill="hold" grpId="0" nodeType="afterEffect">
                                  <p:stCondLst>
                                    <p:cond delay="0"/>
                                  </p:stCondLst>
                                  <p:childTnLst>
                                    <p:set>
                                      <p:cBhvr>
                                        <p:cTn id="37" dur="1" fill="hold">
                                          <p:stCondLst>
                                            <p:cond delay="0"/>
                                          </p:stCondLst>
                                        </p:cTn>
                                        <p:tgtEl>
                                          <p:spTgt spid="3">
                                            <p:txEl>
                                              <p:pRg st="6" end="6"/>
                                            </p:txEl>
                                          </p:spTgt>
                                        </p:tgtEl>
                                        <p:attrNameLst>
                                          <p:attrName>style.visibility</p:attrName>
                                        </p:attrNameLst>
                                      </p:cBhvr>
                                      <p:to>
                                        <p:strVal val="visible"/>
                                      </p:to>
                                    </p:set>
                                    <p:animEffect transition="in" filter="fade">
                                      <p:cBhvr>
                                        <p:cTn id="38"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3" grpI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a:t>三个训练阶段</a:t>
            </a:r>
          </a:p>
        </p:txBody>
      </p:sp>
      <p:sp>
        <p:nvSpPr>
          <p:cNvPr id="4" name="灯片编号占位符 3"/>
          <p:cNvSpPr>
            <a:spLocks noGrp="1"/>
          </p:cNvSpPr>
          <p:nvPr>
            <p:ph type="sldNum" sz="quarter" idx="12"/>
          </p:nvPr>
        </p:nvSpPr>
        <p:spPr/>
        <p:txBody>
          <a:bodyPr/>
          <a:lstStyle/>
          <a:p>
            <a:fld id="{49AE70B2-8BF9-45C0-BB95-33D1B9D3A854}" type="slidenum">
              <a:rPr lang="zh-CN" altLang="en-US" smtClean="0"/>
              <a:t>8</a:t>
            </a:fld>
            <a:endParaRPr lang="en-US" altLang="zh-CN"/>
          </a:p>
        </p:txBody>
      </p:sp>
      <p:grpSp>
        <p:nvGrpSpPr>
          <p:cNvPr id="18" name="组合 17"/>
          <p:cNvGrpSpPr/>
          <p:nvPr/>
        </p:nvGrpSpPr>
        <p:grpSpPr>
          <a:xfrm>
            <a:off x="762000" y="1651635"/>
            <a:ext cx="9304020" cy="1333500"/>
            <a:chOff x="800" y="2600"/>
            <a:chExt cx="14652" cy="2100"/>
          </a:xfrm>
        </p:grpSpPr>
        <p:sp>
          <p:nvSpPr>
            <p:cNvPr id="6" name="AutoShape 6"/>
            <p:cNvSpPr/>
            <p:nvPr/>
          </p:nvSpPr>
          <p:spPr>
            <a:xfrm>
              <a:off x="800" y="2600"/>
              <a:ext cx="14652" cy="2100"/>
            </a:xfrm>
            <a:prstGeom prst="roundRect">
              <a:avLst>
                <a:gd name="adj" fmla="val 0"/>
              </a:avLst>
            </a:prstGeom>
            <a:solidFill>
              <a:srgbClr val="69F0AE">
                <a:alpha val="8000"/>
              </a:srgbClr>
            </a:solidFill>
            <a:ln w="12700" cap="flat" cmpd="sng">
              <a:solidFill>
                <a:srgbClr val="69F0AE">
                  <a:alpha val="40000"/>
                </a:srgbClr>
              </a:solid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800" y="2600"/>
              <a:ext cx="120" cy="2100"/>
            </a:xfrm>
            <a:prstGeom prst="roundRect">
              <a:avLst>
                <a:gd name="adj" fmla="val 0"/>
              </a:avLst>
            </a:prstGeom>
            <a:solidFill>
              <a:srgbClr val="69F0A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1200" y="2800"/>
              <a:ext cx="14252" cy="7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69F0AE"/>
                  </a:solidFill>
                  <a:latin typeface="Noto Sans SC"/>
                  <a:ea typeface="Noto Sans SC"/>
                  <a:cs typeface="Noto Sans SC"/>
                  <a:sym typeface="Noto Sans SC"/>
                </a:rPr>
                <a:t>01 </a:t>
              </a:r>
              <a:r>
                <a:rPr lang="zh-CN" altLang="en-US" sz="2400" b="1" i="0" u="none" strike="noStrike">
                  <a:solidFill>
                    <a:srgbClr val="69F0AE"/>
                  </a:solidFill>
                  <a:latin typeface="Noto Sans SC"/>
                  <a:ea typeface="SimSun" charset="0"/>
                  <a:cs typeface="Noto Sans SC"/>
                  <a:sym typeface="Noto Sans SC"/>
                </a:rPr>
                <a:t>预训练</a:t>
              </a:r>
            </a:p>
          </p:txBody>
        </p:sp>
        <p:sp>
          <p:nvSpPr>
            <p:cNvPr id="9" name="AutoShape 9"/>
            <p:cNvSpPr/>
            <p:nvPr/>
          </p:nvSpPr>
          <p:spPr>
            <a:xfrm>
              <a:off x="1200" y="3560"/>
              <a:ext cx="14252" cy="11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zh-CN" altLang="en-US" sz="1600" b="0" i="0" u="none" strike="noStrike">
                  <a:solidFill>
                    <a:srgbClr val="AAAAAA"/>
                  </a:solidFill>
                  <a:latin typeface="Noto Sans SC"/>
                  <a:ea typeface="SimSun" charset="0"/>
                  <a:cs typeface="Noto Sans SC"/>
                  <a:sym typeface="Noto Sans SC"/>
                </a:rPr>
                <a:t>在大量文本上学规律，预训练后的模型行文连贯、符合语法，但不一定会按指令完成任务。</a:t>
              </a:r>
            </a:p>
          </p:txBody>
        </p:sp>
      </p:grpSp>
      <p:grpSp>
        <p:nvGrpSpPr>
          <p:cNvPr id="19" name="组合 18"/>
          <p:cNvGrpSpPr/>
          <p:nvPr/>
        </p:nvGrpSpPr>
        <p:grpSpPr>
          <a:xfrm>
            <a:off x="762000" y="3175635"/>
            <a:ext cx="9304020" cy="1333500"/>
            <a:chOff x="800" y="5000"/>
            <a:chExt cx="14652" cy="2100"/>
          </a:xfrm>
        </p:grpSpPr>
        <p:sp>
          <p:nvSpPr>
            <p:cNvPr id="10" name="AutoShape 10"/>
            <p:cNvSpPr/>
            <p:nvPr/>
          </p:nvSpPr>
          <p:spPr>
            <a:xfrm>
              <a:off x="800" y="5000"/>
              <a:ext cx="14652" cy="2100"/>
            </a:xfrm>
            <a:prstGeom prst="roundRect">
              <a:avLst>
                <a:gd name="adj" fmla="val 0"/>
              </a:avLst>
            </a:prstGeom>
            <a:solidFill>
              <a:srgbClr val="B388FF">
                <a:alpha val="8000"/>
              </a:srgbClr>
            </a:solidFill>
            <a:ln w="12700" cap="flat" cmpd="sng">
              <a:solidFill>
                <a:srgbClr val="B388FF">
                  <a:alpha val="40000"/>
                </a:srgbClr>
              </a:solid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800" y="5000"/>
              <a:ext cx="120" cy="2100"/>
            </a:xfrm>
            <a:prstGeom prst="roundRect">
              <a:avLst>
                <a:gd name="adj" fmla="val 0"/>
              </a:avLst>
            </a:prstGeom>
            <a:solidFill>
              <a:srgbClr val="B388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1200" y="5200"/>
              <a:ext cx="14252" cy="7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B388FF"/>
                  </a:solidFill>
                  <a:latin typeface="Noto Sans SC"/>
                  <a:ea typeface="Noto Sans SC"/>
                  <a:cs typeface="Noto Sans SC"/>
                  <a:sym typeface="Noto Sans SC"/>
                </a:rPr>
                <a:t>02 </a:t>
              </a:r>
              <a:r>
                <a:rPr lang="zh-CN" altLang="en-US" sz="2400" b="1" i="0" u="none" strike="noStrike">
                  <a:solidFill>
                    <a:srgbClr val="B388FF"/>
                  </a:solidFill>
                  <a:latin typeface="Noto Sans SC"/>
                  <a:ea typeface="Noto Sans SC"/>
                  <a:cs typeface="Noto Sans SC"/>
                  <a:sym typeface="Noto Sans SC"/>
                </a:rPr>
                <a:t>后训练</a:t>
              </a:r>
            </a:p>
          </p:txBody>
        </p:sp>
        <p:sp>
          <p:nvSpPr>
            <p:cNvPr id="13" name="AutoShape 13"/>
            <p:cNvSpPr/>
            <p:nvPr/>
          </p:nvSpPr>
          <p:spPr>
            <a:xfrm>
              <a:off x="1200" y="5960"/>
              <a:ext cx="14252" cy="11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zh-CN" altLang="en-US" sz="1600">
                  <a:solidFill>
                    <a:srgbClr val="AAAAAA"/>
                  </a:solidFill>
                  <a:latin typeface="Noto Sans SC"/>
                  <a:ea typeface="SimSun" charset="0"/>
                  <a:cs typeface="Noto Sans SC"/>
                </a:rPr>
                <a:t>学习根据任务说明后回答的方法，更能遵守用户要求、按格式输出</a:t>
              </a:r>
            </a:p>
          </p:txBody>
        </p:sp>
      </p:grpSp>
      <p:grpSp>
        <p:nvGrpSpPr>
          <p:cNvPr id="20" name="组合 19"/>
          <p:cNvGrpSpPr/>
          <p:nvPr/>
        </p:nvGrpSpPr>
        <p:grpSpPr>
          <a:xfrm>
            <a:off x="762000" y="4699635"/>
            <a:ext cx="9304020" cy="1460500"/>
            <a:chOff x="800" y="7400"/>
            <a:chExt cx="14652" cy="2300"/>
          </a:xfrm>
        </p:grpSpPr>
        <p:sp>
          <p:nvSpPr>
            <p:cNvPr id="14" name="AutoShape 14"/>
            <p:cNvSpPr/>
            <p:nvPr/>
          </p:nvSpPr>
          <p:spPr>
            <a:xfrm>
              <a:off x="800" y="7400"/>
              <a:ext cx="14652" cy="2300"/>
            </a:xfrm>
            <a:prstGeom prst="roundRect">
              <a:avLst>
                <a:gd name="adj" fmla="val 0"/>
              </a:avLst>
            </a:prstGeom>
            <a:solidFill>
              <a:srgbClr val="00E5FF">
                <a:alpha val="15000"/>
              </a:srgbClr>
            </a:solidFill>
            <a:ln w="12700" cap="flat" cmpd="sng">
              <a:solidFill>
                <a:srgbClr val="00E5FF">
                  <a:alpha val="40000"/>
                </a:srgbClr>
              </a:solid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800" y="7400"/>
              <a:ext cx="120" cy="2300"/>
            </a:xfrm>
            <a:prstGeom prst="roundRect">
              <a:avLst>
                <a:gd name="adj" fmla="val 0"/>
              </a:avLst>
            </a:prstGeom>
            <a:solidFill>
              <a:srgbClr val="00E5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1200" y="7600"/>
              <a:ext cx="14252" cy="7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00E5FF"/>
                  </a:solidFill>
                  <a:latin typeface="Noto Sans SC"/>
                  <a:ea typeface="Noto Sans SC"/>
                  <a:cs typeface="Noto Sans SC"/>
                  <a:sym typeface="Noto Sans SC"/>
                </a:rPr>
                <a:t>03 </a:t>
              </a:r>
              <a:r>
                <a:rPr lang="zh-CN" altLang="en-US" sz="2400" b="1" i="0" u="none" strike="noStrike">
                  <a:solidFill>
                    <a:srgbClr val="00E5FF"/>
                  </a:solidFill>
                  <a:latin typeface="Noto Sans SC"/>
                  <a:ea typeface="Noto Sans SC"/>
                  <a:cs typeface="Noto Sans SC"/>
                  <a:sym typeface="Noto Sans SC"/>
                </a:rPr>
                <a:t>偏好优化/强化训练</a:t>
              </a:r>
            </a:p>
          </p:txBody>
        </p:sp>
        <p:sp>
          <p:nvSpPr>
            <p:cNvPr id="17" name="AutoShape 17"/>
            <p:cNvSpPr/>
            <p:nvPr/>
          </p:nvSpPr>
          <p:spPr>
            <a:xfrm>
              <a:off x="1200" y="8360"/>
              <a:ext cx="13849" cy="13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zh-CN" altLang="en-US" sz="1600">
                  <a:solidFill>
                    <a:srgbClr val="AAAAAA"/>
                  </a:solidFill>
                  <a:latin typeface="Noto Sans SC"/>
                  <a:ea typeface="SimSun" charset="0"/>
                  <a:cs typeface="Noto Sans SC"/>
                </a:rPr>
                <a:t>根据人类反馈在多个候选里选更优的文本，让模型更“听话、好用、安全”，适应多轮对话、拒绝危险请求</a:t>
              </a:r>
            </a:p>
          </p:txBody>
        </p:sp>
      </p:grpSp>
      <p:pic>
        <p:nvPicPr>
          <p:cNvPr id="22" name="图片 21" descr="/home/ruoyu/Downloads/article-5f60911f2983a.jpgarticle-5f60911f2983a"/>
          <p:cNvPicPr>
            <a:picLocks noChangeAspect="1"/>
          </p:cNvPicPr>
          <p:nvPr/>
        </p:nvPicPr>
        <p:blipFill>
          <a:blip r:embed="rId3"/>
          <a:srcRect l="16663" r="16662"/>
          <a:stretch>
            <a:fillRect/>
          </a:stretch>
        </p:blipFill>
        <p:spPr>
          <a:xfrm>
            <a:off x="10243787" y="1778635"/>
            <a:ext cx="1080000" cy="1080000"/>
          </a:xfrm>
          <a:prstGeom prst="snip2DiagRect">
            <a:avLst/>
          </a:prstGeom>
          <a:ln>
            <a:solidFill>
              <a:schemeClr val="bg1"/>
            </a:solidFill>
          </a:ln>
          <a:effectLst>
            <a:outerShdw blurRad="50800" dist="38100" dir="2700000" algn="tl" rotWithShape="0">
              <a:schemeClr val="bg1">
                <a:alpha val="40000"/>
              </a:schemeClr>
            </a:outerShdw>
          </a:effectLst>
        </p:spPr>
      </p:pic>
      <p:pic>
        <p:nvPicPr>
          <p:cNvPr id="24" name="图片 23" descr="/home/ruoyu/Downloads/test-1024x683.jpgtest-1024x683"/>
          <p:cNvPicPr>
            <a:picLocks noChangeAspect="1"/>
          </p:cNvPicPr>
          <p:nvPr/>
        </p:nvPicPr>
        <p:blipFill>
          <a:blip r:embed="rId4"/>
          <a:srcRect l="16706" r="16706"/>
          <a:stretch>
            <a:fillRect/>
          </a:stretch>
        </p:blipFill>
        <p:spPr>
          <a:xfrm>
            <a:off x="10244596" y="3334885"/>
            <a:ext cx="1078383" cy="1079500"/>
          </a:xfrm>
          <a:prstGeom prst="snip2DiagRect">
            <a:avLst/>
          </a:prstGeom>
          <a:ln>
            <a:solidFill>
              <a:schemeClr val="bg1"/>
            </a:solidFill>
          </a:ln>
          <a:effectLst>
            <a:outerShdw blurRad="50800" dist="38100" dir="2700000" algn="tl" rotWithShape="0">
              <a:schemeClr val="bg1">
                <a:alpha val="40000"/>
              </a:schemeClr>
            </a:outerShdw>
          </a:effectLst>
        </p:spPr>
      </p:pic>
      <p:pic>
        <p:nvPicPr>
          <p:cNvPr id="25" name="图片 24" descr="/home/ruoyu/Downloads/THIN-K.pngTHIN-K"/>
          <p:cNvPicPr>
            <a:picLocks noChangeAspect="1"/>
          </p:cNvPicPr>
          <p:nvPr/>
        </p:nvPicPr>
        <p:blipFill>
          <a:blip r:embed="rId5"/>
          <a:srcRect t="23" b="23"/>
          <a:stretch>
            <a:fillRect/>
          </a:stretch>
        </p:blipFill>
        <p:spPr>
          <a:xfrm>
            <a:off x="10243787" y="4890635"/>
            <a:ext cx="1080000" cy="1079500"/>
          </a:xfrm>
          <a:prstGeom prst="snip2DiagRect">
            <a:avLst/>
          </a:prstGeom>
          <a:ln>
            <a:solidFill>
              <a:schemeClr val="bg1"/>
            </a:solidFill>
          </a:ln>
          <a:effectLst>
            <a:outerShdw blurRad="50800" dist="38100" dir="2700000" algn="tl" rotWithShape="0">
              <a:schemeClr val="bg1">
                <a:alpha val="40000"/>
              </a:scheme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22"/>
                                        </p:tgtEl>
                                        <p:attrNameLst>
                                          <p:attrName>style.visibility</p:attrName>
                                        </p:attrNameLst>
                                      </p:cBhvr>
                                      <p:to>
                                        <p:strVal val="visible"/>
                                      </p:to>
                                    </p:set>
                                    <p:animEffect transition="in" filter="fade">
                                      <p:cBhvr>
                                        <p:cTn id="11" dur="500"/>
                                        <p:tgtEl>
                                          <p:spTgt spid="22"/>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fade">
                                      <p:cBhvr>
                                        <p:cTn id="16" dur="500"/>
                                        <p:tgtEl>
                                          <p:spTgt spid="19"/>
                                        </p:tgtEl>
                                      </p:cBhvr>
                                    </p:animEffect>
                                  </p:childTnLst>
                                </p:cTn>
                              </p:par>
                            </p:childTnLst>
                          </p:cTn>
                        </p:par>
                        <p:par>
                          <p:cTn id="17" fill="hold">
                            <p:stCondLst>
                              <p:cond delay="500"/>
                            </p:stCondLst>
                            <p:childTnLst>
                              <p:par>
                                <p:cTn id="18" presetID="10" presetClass="entr" presetSubtype="0" fill="hold" nodeType="afterEffect">
                                  <p:stCondLst>
                                    <p:cond delay="0"/>
                                  </p:stCondLst>
                                  <p:childTnLst>
                                    <p:set>
                                      <p:cBhvr>
                                        <p:cTn id="19" dur="1" fill="hold">
                                          <p:stCondLst>
                                            <p:cond delay="0"/>
                                          </p:stCondLst>
                                        </p:cTn>
                                        <p:tgtEl>
                                          <p:spTgt spid="24"/>
                                        </p:tgtEl>
                                        <p:attrNameLst>
                                          <p:attrName>style.visibility</p:attrName>
                                        </p:attrNameLst>
                                      </p:cBhvr>
                                      <p:to>
                                        <p:strVal val="visible"/>
                                      </p:to>
                                    </p:set>
                                    <p:animEffect transition="in" filter="fade">
                                      <p:cBhvr>
                                        <p:cTn id="20" dur="500"/>
                                        <p:tgtEl>
                                          <p:spTgt spid="24"/>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20"/>
                                        </p:tgtEl>
                                        <p:attrNameLst>
                                          <p:attrName>style.visibility</p:attrName>
                                        </p:attrNameLst>
                                      </p:cBhvr>
                                      <p:to>
                                        <p:strVal val="visible"/>
                                      </p:to>
                                    </p:set>
                                    <p:animEffect transition="in" filter="fade">
                                      <p:cBhvr>
                                        <p:cTn id="25" dur="500"/>
                                        <p:tgtEl>
                                          <p:spTgt spid="20"/>
                                        </p:tgtEl>
                                      </p:cBhvr>
                                    </p:animEffect>
                                  </p:childTnLst>
                                </p:cTn>
                              </p:par>
                            </p:childTnLst>
                          </p:cTn>
                        </p:par>
                        <p:par>
                          <p:cTn id="26" fill="hold">
                            <p:stCondLst>
                              <p:cond delay="500"/>
                            </p:stCondLst>
                            <p:childTnLst>
                              <p:par>
                                <p:cTn id="27" presetID="10" presetClass="entr" presetSubtype="0" fill="hold" nodeType="afterEffect">
                                  <p:stCondLst>
                                    <p:cond delay="0"/>
                                  </p:stCondLst>
                                  <p:childTnLst>
                                    <p:set>
                                      <p:cBhvr>
                                        <p:cTn id="28" dur="1" fill="hold">
                                          <p:stCondLst>
                                            <p:cond delay="0"/>
                                          </p:stCondLst>
                                        </p:cTn>
                                        <p:tgtEl>
                                          <p:spTgt spid="25"/>
                                        </p:tgtEl>
                                        <p:attrNameLst>
                                          <p:attrName>style.visibility</p:attrName>
                                        </p:attrNameLst>
                                      </p:cBhvr>
                                      <p:to>
                                        <p:strVal val="visible"/>
                                      </p:to>
                                    </p:set>
                                    <p:animEffect transition="in" filter="fade">
                                      <p:cBhvr>
                                        <p:cTn id="29"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a:t>训练文本</a:t>
            </a:r>
          </a:p>
        </p:txBody>
      </p:sp>
      <p:sp>
        <p:nvSpPr>
          <p:cNvPr id="3" name="文本占位符 2"/>
          <p:cNvSpPr>
            <a:spLocks noGrp="1"/>
          </p:cNvSpPr>
          <p:nvPr>
            <p:ph type="body" idx="1"/>
          </p:nvPr>
        </p:nvSpPr>
        <p:spPr/>
        <p:txBody>
          <a:bodyPr/>
          <a:lstStyle/>
          <a:p>
            <a:r>
              <a:rPr lang="zh-CN" altLang="en-US"/>
              <a:t>结构（后训练</a:t>
            </a:r>
            <a:r>
              <a:rPr altLang="zh-CN"/>
              <a:t>/</a:t>
            </a:r>
            <a:r>
              <a:rPr lang="zh-CN" altLang="en-US"/>
              <a:t>强化训练）</a:t>
            </a:r>
          </a:p>
        </p:txBody>
      </p:sp>
      <p:sp>
        <p:nvSpPr>
          <p:cNvPr id="4" name="内容占位符 3"/>
          <p:cNvSpPr>
            <a:spLocks noGrp="1"/>
          </p:cNvSpPr>
          <p:nvPr>
            <p:ph sz="half" idx="2"/>
          </p:nvPr>
        </p:nvSpPr>
        <p:spPr/>
        <p:txBody>
          <a:bodyPr>
            <a:normAutofit/>
          </a:bodyPr>
          <a:lstStyle/>
          <a:p>
            <a:pPr>
              <a:lnSpc>
                <a:spcPct val="150000"/>
              </a:lnSpc>
            </a:pPr>
            <a:r>
              <a:rPr lang="zh-CN" altLang="en-US"/>
              <a:t>普通文本</a:t>
            </a:r>
            <a:r>
              <a:rPr lang="en-US" altLang="zh-CN"/>
              <a:t> + </a:t>
            </a:r>
            <a:r>
              <a:rPr lang="zh-CN" altLang="en-US"/>
              <a:t>引导</a:t>
            </a:r>
            <a:r>
              <a:rPr lang="en-US" altLang="zh-CN"/>
              <a:t> token</a:t>
            </a:r>
          </a:p>
          <a:p>
            <a:pPr>
              <a:lnSpc>
                <a:spcPct val="150000"/>
              </a:lnSpc>
            </a:pPr>
            <a:r>
              <a:rPr lang="zh-CN" altLang="en-US"/>
              <a:t>分角色：</a:t>
            </a:r>
          </a:p>
          <a:p>
            <a:pPr lvl="1">
              <a:lnSpc>
                <a:spcPct val="150000"/>
              </a:lnSpc>
            </a:pPr>
            <a:r>
              <a:rPr lang="zh-CN" altLang="en-US"/>
              <a:t>系统：</a:t>
            </a:r>
            <a:r>
              <a:rPr lang="en-US" altLang="zh-CN"/>
              <a:t>&lt;system&gt;</a:t>
            </a:r>
          </a:p>
          <a:p>
            <a:pPr lvl="1">
              <a:lnSpc>
                <a:spcPct val="150000"/>
              </a:lnSpc>
            </a:pPr>
            <a:r>
              <a:rPr lang="zh-CN" altLang="en-US"/>
              <a:t>用户：</a:t>
            </a:r>
            <a:r>
              <a:rPr lang="en-US" altLang="zh-CN"/>
              <a:t>&lt;user&gt;</a:t>
            </a:r>
          </a:p>
          <a:p>
            <a:pPr lvl="1">
              <a:lnSpc>
                <a:spcPct val="150000"/>
              </a:lnSpc>
            </a:pPr>
            <a:r>
              <a:rPr lang="zh-CN" altLang="en-US"/>
              <a:t>助手：</a:t>
            </a:r>
            <a:r>
              <a:rPr lang="en-US" altLang="zh-CN"/>
              <a:t>&lt;assistant&gt;</a:t>
            </a:r>
          </a:p>
          <a:p>
            <a:pPr lvl="0">
              <a:lnSpc>
                <a:spcPct val="150000"/>
              </a:lnSpc>
            </a:pPr>
            <a:r>
              <a:rPr lang="zh-CN" altLang="en-US" sz="2000"/>
              <a:t>其他：工具</a:t>
            </a:r>
            <a:r>
              <a:rPr lang="en-US" altLang="zh-CN" sz="2000"/>
              <a:t>(tool)</a:t>
            </a:r>
            <a:r>
              <a:rPr lang="zh-CN" altLang="en-US" sz="2000"/>
              <a:t>，开发者</a:t>
            </a:r>
            <a:r>
              <a:rPr lang="en-US" altLang="zh-CN" sz="2000"/>
              <a:t>(developer)</a:t>
            </a:r>
          </a:p>
        </p:txBody>
      </p:sp>
      <p:sp>
        <p:nvSpPr>
          <p:cNvPr id="5" name="文本占位符 4"/>
          <p:cNvSpPr>
            <a:spLocks noGrp="1"/>
          </p:cNvSpPr>
          <p:nvPr>
            <p:ph type="body" sz="quarter" idx="3"/>
          </p:nvPr>
        </p:nvSpPr>
        <p:spPr/>
        <p:txBody>
          <a:bodyPr/>
          <a:lstStyle/>
          <a:p>
            <a:r>
              <a:rPr lang="zh-CN" altLang="en-US"/>
              <a:t>示例</a:t>
            </a:r>
          </a:p>
        </p:txBody>
      </p:sp>
      <p:sp>
        <p:nvSpPr>
          <p:cNvPr id="6" name="内容占位符 5"/>
          <p:cNvSpPr>
            <a:spLocks noGrp="1"/>
          </p:cNvSpPr>
          <p:nvPr>
            <p:ph sz="quarter" idx="4"/>
          </p:nvPr>
        </p:nvSpPr>
        <p:spPr/>
        <p:txBody>
          <a:bodyPr>
            <a:normAutofit/>
          </a:bodyPr>
          <a:lstStyle/>
          <a:p>
            <a:pPr marL="0" indent="0" fontAlgn="auto">
              <a:lnSpc>
                <a:spcPct val="100000"/>
              </a:lnSpc>
              <a:spcBef>
                <a:spcPts val="600"/>
              </a:spcBef>
              <a:buNone/>
            </a:pPr>
            <a:r>
              <a:rPr lang="en-US" altLang="zh-CN" sz="1600">
                <a:sym typeface="+mn-ea"/>
              </a:rPr>
              <a:t>&lt;system&gt;</a:t>
            </a:r>
            <a:endParaRPr lang="en-US" altLang="zh-CN" sz="1600"/>
          </a:p>
          <a:p>
            <a:pPr marL="0" indent="0" fontAlgn="auto">
              <a:lnSpc>
                <a:spcPct val="100000"/>
              </a:lnSpc>
              <a:spcBef>
                <a:spcPts val="600"/>
              </a:spcBef>
              <a:buNone/>
            </a:pPr>
            <a:r>
              <a:rPr lang="zh-CN" altLang="en-US" sz="1600">
                <a:sym typeface="+mn-ea"/>
              </a:rPr>
              <a:t>你是一个百科问答助手，可以回答用户提出的科学问题。</a:t>
            </a:r>
            <a:endParaRPr lang="en-US" altLang="zh-CN" sz="1600"/>
          </a:p>
          <a:p>
            <a:pPr marL="0" indent="0" fontAlgn="auto">
              <a:lnSpc>
                <a:spcPct val="100000"/>
              </a:lnSpc>
              <a:spcBef>
                <a:spcPts val="600"/>
              </a:spcBef>
              <a:buNone/>
            </a:pPr>
            <a:r>
              <a:rPr lang="en-US" altLang="zh-CN" sz="1600">
                <a:sym typeface="+mn-ea"/>
              </a:rPr>
              <a:t>&lt;/system&gt;</a:t>
            </a:r>
          </a:p>
          <a:p>
            <a:pPr marL="0" indent="0" fontAlgn="auto">
              <a:lnSpc>
                <a:spcPct val="100000"/>
              </a:lnSpc>
              <a:spcBef>
                <a:spcPts val="600"/>
              </a:spcBef>
              <a:buNone/>
            </a:pPr>
            <a:r>
              <a:rPr lang="en-US" altLang="zh-CN" sz="1600">
                <a:sym typeface="+mn-ea"/>
              </a:rPr>
              <a:t>&lt;user&gt;</a:t>
            </a:r>
          </a:p>
          <a:p>
            <a:pPr marL="0" indent="0" fontAlgn="auto">
              <a:lnSpc>
                <a:spcPct val="100000"/>
              </a:lnSpc>
              <a:spcBef>
                <a:spcPts val="600"/>
              </a:spcBef>
              <a:buNone/>
            </a:pPr>
            <a:r>
              <a:rPr lang="zh-CN" altLang="en-US" sz="1600">
                <a:sym typeface="+mn-ea"/>
              </a:rPr>
              <a:t>天空为什么是蓝色的？</a:t>
            </a:r>
            <a:endParaRPr lang="en-US" altLang="zh-CN" sz="1600"/>
          </a:p>
          <a:p>
            <a:pPr marL="0" indent="0" fontAlgn="auto">
              <a:lnSpc>
                <a:spcPct val="100000"/>
              </a:lnSpc>
              <a:spcBef>
                <a:spcPts val="600"/>
              </a:spcBef>
              <a:buNone/>
            </a:pPr>
            <a:r>
              <a:rPr lang="en-US" altLang="zh-CN" sz="1600">
                <a:sym typeface="+mn-ea"/>
              </a:rPr>
              <a:t>&lt;/user&gt;</a:t>
            </a:r>
            <a:endParaRPr lang="en-US" altLang="zh-CN" sz="1600"/>
          </a:p>
          <a:p>
            <a:pPr marL="0" indent="0" fontAlgn="auto">
              <a:lnSpc>
                <a:spcPct val="100000"/>
              </a:lnSpc>
              <a:spcBef>
                <a:spcPts val="600"/>
              </a:spcBef>
              <a:buNone/>
            </a:pPr>
            <a:r>
              <a:rPr lang="en-US" altLang="zh-CN" sz="1600">
                <a:sym typeface="+mn-ea"/>
              </a:rPr>
              <a:t>&lt;assistant&gt;</a:t>
            </a:r>
            <a:endParaRPr lang="en-US" altLang="zh-CN" sz="1600"/>
          </a:p>
          <a:p>
            <a:pPr marL="0" indent="0" fontAlgn="auto">
              <a:lnSpc>
                <a:spcPct val="100000"/>
              </a:lnSpc>
              <a:spcBef>
                <a:spcPts val="600"/>
              </a:spcBef>
              <a:buNone/>
            </a:pPr>
            <a:r>
              <a:rPr lang="zh-CN" altLang="en-US" sz="1600">
                <a:sym typeface="+mn-ea"/>
              </a:rPr>
              <a:t>阳光被大气散射，蓝光波长最短、散射最强，布满天穹，因此天空呈蓝色。</a:t>
            </a:r>
            <a:endParaRPr lang="zh-CN" altLang="en-US" sz="1600"/>
          </a:p>
          <a:p>
            <a:pPr marL="0" indent="0" fontAlgn="auto">
              <a:lnSpc>
                <a:spcPct val="100000"/>
              </a:lnSpc>
              <a:spcBef>
                <a:spcPts val="600"/>
              </a:spcBef>
              <a:buNone/>
            </a:pPr>
            <a:r>
              <a:rPr lang="en-US" altLang="zh-CN" sz="1600">
                <a:sym typeface="+mn-ea"/>
              </a:rPr>
              <a:t>&lt;/assistant&gt;</a:t>
            </a:r>
          </a:p>
        </p:txBody>
      </p:sp>
      <p:sp>
        <p:nvSpPr>
          <p:cNvPr id="7" name="灯片编号占位符 6"/>
          <p:cNvSpPr>
            <a:spLocks noGrp="1"/>
          </p:cNvSpPr>
          <p:nvPr>
            <p:ph type="sldNum" sz="quarter" idx="12"/>
          </p:nvPr>
        </p:nvSpPr>
        <p:spPr/>
        <p:txBody>
          <a:bodyPr/>
          <a:lstStyle/>
          <a:p>
            <a:fld id="{49AE70B2-8BF9-45C0-BB95-33D1B9D3A854}" type="slidenum">
              <a:rPr lang="zh-CN" altLang="en-US" smtClean="0"/>
              <a:t>9</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fade">
                                      <p:cBhvr>
                                        <p:cTn id="12" dur="500"/>
                                        <p:tgtEl>
                                          <p:spTgt spid="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1" end="1"/>
                                            </p:txEl>
                                          </p:spTgt>
                                        </p:tgtEl>
                                        <p:attrNameLst>
                                          <p:attrName>style.visibility</p:attrName>
                                        </p:attrNameLst>
                                      </p:cBhvr>
                                      <p:to>
                                        <p:strVal val="visible"/>
                                      </p:to>
                                    </p:set>
                                    <p:animEffect transition="in" filter="fade">
                                      <p:cBhvr>
                                        <p:cTn id="17" dur="500"/>
                                        <p:tgtEl>
                                          <p:spTgt spid="4">
                                            <p:txEl>
                                              <p:pRg st="1" end="1"/>
                                            </p:txEl>
                                          </p:spTgt>
                                        </p:tgtEl>
                                      </p:cBhvr>
                                    </p:animEffect>
                                  </p:childTnLst>
                                </p:cTn>
                              </p:par>
                            </p:childTnLst>
                          </p:cTn>
                        </p:par>
                        <p:par>
                          <p:cTn id="18" fill="hold">
                            <p:stCondLst>
                              <p:cond delay="500"/>
                            </p:stCondLst>
                            <p:childTnLst>
                              <p:par>
                                <p:cTn id="19" presetID="10" presetClass="entr" presetSubtype="0" fill="hold" grpId="0" nodeType="afterEffect">
                                  <p:stCondLst>
                                    <p:cond delay="0"/>
                                  </p:stCondLst>
                                  <p:childTnLst>
                                    <p:set>
                                      <p:cBhvr>
                                        <p:cTn id="20" dur="1" fill="hold">
                                          <p:stCondLst>
                                            <p:cond delay="0"/>
                                          </p:stCondLst>
                                        </p:cTn>
                                        <p:tgtEl>
                                          <p:spTgt spid="4">
                                            <p:txEl>
                                              <p:pRg st="2" end="2"/>
                                            </p:txEl>
                                          </p:spTgt>
                                        </p:tgtEl>
                                        <p:attrNameLst>
                                          <p:attrName>style.visibility</p:attrName>
                                        </p:attrNameLst>
                                      </p:cBhvr>
                                      <p:to>
                                        <p:strVal val="visible"/>
                                      </p:to>
                                    </p:set>
                                    <p:animEffect transition="in" filter="fade">
                                      <p:cBhvr>
                                        <p:cTn id="21" dur="500"/>
                                        <p:tgtEl>
                                          <p:spTgt spid="4">
                                            <p:txEl>
                                              <p:pRg st="2" end="2"/>
                                            </p:txEl>
                                          </p:spTgt>
                                        </p:tgtEl>
                                      </p:cBhvr>
                                    </p:animEffect>
                                  </p:childTnLst>
                                </p:cTn>
                              </p:par>
                            </p:childTnLst>
                          </p:cTn>
                        </p:par>
                        <p:par>
                          <p:cTn id="22" fill="hold">
                            <p:stCondLst>
                              <p:cond delay="1000"/>
                            </p:stCondLst>
                            <p:childTnLst>
                              <p:par>
                                <p:cTn id="23" presetID="10" presetClass="entr" presetSubtype="0" fill="hold" grpId="0" nodeType="afterEffect">
                                  <p:stCondLst>
                                    <p:cond delay="0"/>
                                  </p:stCondLst>
                                  <p:childTnLst>
                                    <p:set>
                                      <p:cBhvr>
                                        <p:cTn id="24" dur="1" fill="hold">
                                          <p:stCondLst>
                                            <p:cond delay="0"/>
                                          </p:stCondLst>
                                        </p:cTn>
                                        <p:tgtEl>
                                          <p:spTgt spid="4">
                                            <p:txEl>
                                              <p:pRg st="3" end="3"/>
                                            </p:txEl>
                                          </p:spTgt>
                                        </p:tgtEl>
                                        <p:attrNameLst>
                                          <p:attrName>style.visibility</p:attrName>
                                        </p:attrNameLst>
                                      </p:cBhvr>
                                      <p:to>
                                        <p:strVal val="visible"/>
                                      </p:to>
                                    </p:set>
                                    <p:animEffect transition="in" filter="fade">
                                      <p:cBhvr>
                                        <p:cTn id="25" dur="500"/>
                                        <p:tgtEl>
                                          <p:spTgt spid="4">
                                            <p:txEl>
                                              <p:pRg st="3" end="3"/>
                                            </p:txEl>
                                          </p:spTgt>
                                        </p:tgtEl>
                                      </p:cBhvr>
                                    </p:animEffect>
                                  </p:childTnLst>
                                </p:cTn>
                              </p:par>
                            </p:childTnLst>
                          </p:cTn>
                        </p:par>
                        <p:par>
                          <p:cTn id="26" fill="hold">
                            <p:stCondLst>
                              <p:cond delay="1500"/>
                            </p:stCondLst>
                            <p:childTnLst>
                              <p:par>
                                <p:cTn id="27" presetID="10" presetClass="entr" presetSubtype="0" fill="hold" grpId="0" nodeType="afterEffect">
                                  <p:stCondLst>
                                    <p:cond delay="0"/>
                                  </p:stCondLst>
                                  <p:childTnLst>
                                    <p:set>
                                      <p:cBhvr>
                                        <p:cTn id="28" dur="1" fill="hold">
                                          <p:stCondLst>
                                            <p:cond delay="0"/>
                                          </p:stCondLst>
                                        </p:cTn>
                                        <p:tgtEl>
                                          <p:spTgt spid="4">
                                            <p:txEl>
                                              <p:pRg st="4" end="4"/>
                                            </p:txEl>
                                          </p:spTgt>
                                        </p:tgtEl>
                                        <p:attrNameLst>
                                          <p:attrName>style.visibility</p:attrName>
                                        </p:attrNameLst>
                                      </p:cBhvr>
                                      <p:to>
                                        <p:strVal val="visible"/>
                                      </p:to>
                                    </p:set>
                                    <p:animEffect transition="in" filter="fade">
                                      <p:cBhvr>
                                        <p:cTn id="29" dur="500"/>
                                        <p:tgtEl>
                                          <p:spTgt spid="4">
                                            <p:txEl>
                                              <p:pRg st="4" end="4"/>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4">
                                            <p:txEl>
                                              <p:pRg st="5" end="5"/>
                                            </p:txEl>
                                          </p:spTgt>
                                        </p:tgtEl>
                                        <p:attrNameLst>
                                          <p:attrName>style.visibility</p:attrName>
                                        </p:attrNameLst>
                                      </p:cBhvr>
                                      <p:to>
                                        <p:strVal val="visible"/>
                                      </p:to>
                                    </p:set>
                                    <p:animEffect transition="in" filter="fade">
                                      <p:cBhvr>
                                        <p:cTn id="34" dur="500"/>
                                        <p:tgtEl>
                                          <p:spTgt spid="4">
                                            <p:txEl>
                                              <p:pRg st="5" end="5"/>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5">
                                            <p:txEl>
                                              <p:pRg st="0" end="0"/>
                                            </p:txEl>
                                          </p:spTgt>
                                        </p:tgtEl>
                                        <p:attrNameLst>
                                          <p:attrName>style.visibility</p:attrName>
                                        </p:attrNameLst>
                                      </p:cBhvr>
                                      <p:to>
                                        <p:strVal val="visible"/>
                                      </p:to>
                                    </p:set>
                                    <p:animEffect transition="in" filter="fade">
                                      <p:cBhvr>
                                        <p:cTn id="39" dur="500"/>
                                        <p:tgtEl>
                                          <p:spTgt spid="5">
                                            <p:txEl>
                                              <p:pRg st="0" end="0"/>
                                            </p:txEl>
                                          </p:spTgt>
                                        </p:tgtEl>
                                      </p:cBhvr>
                                    </p:animEffect>
                                  </p:childTnLst>
                                </p:cTn>
                              </p:par>
                            </p:childTnLst>
                          </p:cTn>
                        </p:par>
                        <p:par>
                          <p:cTn id="40" fill="hold">
                            <p:stCondLst>
                              <p:cond delay="500"/>
                            </p:stCondLst>
                            <p:childTnLst>
                              <p:par>
                                <p:cTn id="41" presetID="10" presetClass="entr" presetSubtype="0" fill="hold" grpId="0" nodeType="afterEffect">
                                  <p:stCondLst>
                                    <p:cond delay="0"/>
                                  </p:stCondLst>
                                  <p:childTnLst>
                                    <p:set>
                                      <p:cBhvr>
                                        <p:cTn id="42" dur="1" fill="hold">
                                          <p:stCondLst>
                                            <p:cond delay="0"/>
                                          </p:stCondLst>
                                        </p:cTn>
                                        <p:tgtEl>
                                          <p:spTgt spid="6">
                                            <p:txEl>
                                              <p:pRg st="0" end="0"/>
                                            </p:txEl>
                                          </p:spTgt>
                                        </p:tgtEl>
                                        <p:attrNameLst>
                                          <p:attrName>style.visibility</p:attrName>
                                        </p:attrNameLst>
                                      </p:cBhvr>
                                      <p:to>
                                        <p:strVal val="visible"/>
                                      </p:to>
                                    </p:set>
                                    <p:animEffect transition="in" filter="fade">
                                      <p:cBhvr>
                                        <p:cTn id="43" dur="500"/>
                                        <p:tgtEl>
                                          <p:spTgt spid="6">
                                            <p:txEl>
                                              <p:pRg st="0" end="0"/>
                                            </p:txEl>
                                          </p:spTgt>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6">
                                            <p:txEl>
                                              <p:pRg st="1" end="1"/>
                                            </p:txEl>
                                          </p:spTgt>
                                        </p:tgtEl>
                                        <p:attrNameLst>
                                          <p:attrName>style.visibility</p:attrName>
                                        </p:attrNameLst>
                                      </p:cBhvr>
                                      <p:to>
                                        <p:strVal val="visible"/>
                                      </p:to>
                                    </p:set>
                                    <p:animEffect transition="in" filter="fade">
                                      <p:cBhvr>
                                        <p:cTn id="46" dur="500"/>
                                        <p:tgtEl>
                                          <p:spTgt spid="6">
                                            <p:txEl>
                                              <p:pRg st="1" end="1"/>
                                            </p:txEl>
                                          </p:spTgt>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6">
                                            <p:txEl>
                                              <p:pRg st="2" end="2"/>
                                            </p:txEl>
                                          </p:spTgt>
                                        </p:tgtEl>
                                        <p:attrNameLst>
                                          <p:attrName>style.visibility</p:attrName>
                                        </p:attrNameLst>
                                      </p:cBhvr>
                                      <p:to>
                                        <p:strVal val="visible"/>
                                      </p:to>
                                    </p:set>
                                    <p:animEffect transition="in" filter="fade">
                                      <p:cBhvr>
                                        <p:cTn id="49" dur="500"/>
                                        <p:tgtEl>
                                          <p:spTgt spid="6">
                                            <p:txEl>
                                              <p:pRg st="2" end="2"/>
                                            </p:txEl>
                                          </p:spTgt>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6">
                                            <p:txEl>
                                              <p:pRg st="3" end="3"/>
                                            </p:txEl>
                                          </p:spTgt>
                                        </p:tgtEl>
                                        <p:attrNameLst>
                                          <p:attrName>style.visibility</p:attrName>
                                        </p:attrNameLst>
                                      </p:cBhvr>
                                      <p:to>
                                        <p:strVal val="visible"/>
                                      </p:to>
                                    </p:set>
                                    <p:animEffect transition="in" filter="fade">
                                      <p:cBhvr>
                                        <p:cTn id="52" dur="500"/>
                                        <p:tgtEl>
                                          <p:spTgt spid="6">
                                            <p:txEl>
                                              <p:pRg st="3" end="3"/>
                                            </p:txEl>
                                          </p:spTgt>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6">
                                            <p:txEl>
                                              <p:pRg st="4" end="4"/>
                                            </p:txEl>
                                          </p:spTgt>
                                        </p:tgtEl>
                                        <p:attrNameLst>
                                          <p:attrName>style.visibility</p:attrName>
                                        </p:attrNameLst>
                                      </p:cBhvr>
                                      <p:to>
                                        <p:strVal val="visible"/>
                                      </p:to>
                                    </p:set>
                                    <p:animEffect transition="in" filter="fade">
                                      <p:cBhvr>
                                        <p:cTn id="55" dur="500"/>
                                        <p:tgtEl>
                                          <p:spTgt spid="6">
                                            <p:txEl>
                                              <p:pRg st="4" end="4"/>
                                            </p:txEl>
                                          </p:spTgt>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6">
                                            <p:txEl>
                                              <p:pRg st="5" end="5"/>
                                            </p:txEl>
                                          </p:spTgt>
                                        </p:tgtEl>
                                        <p:attrNameLst>
                                          <p:attrName>style.visibility</p:attrName>
                                        </p:attrNameLst>
                                      </p:cBhvr>
                                      <p:to>
                                        <p:strVal val="visible"/>
                                      </p:to>
                                    </p:set>
                                    <p:animEffect transition="in" filter="fade">
                                      <p:cBhvr>
                                        <p:cTn id="58" dur="500"/>
                                        <p:tgtEl>
                                          <p:spTgt spid="6">
                                            <p:txEl>
                                              <p:pRg st="5" end="5"/>
                                            </p:txEl>
                                          </p:spTgt>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6">
                                            <p:txEl>
                                              <p:pRg st="6" end="6"/>
                                            </p:txEl>
                                          </p:spTgt>
                                        </p:tgtEl>
                                        <p:attrNameLst>
                                          <p:attrName>style.visibility</p:attrName>
                                        </p:attrNameLst>
                                      </p:cBhvr>
                                      <p:to>
                                        <p:strVal val="visible"/>
                                      </p:to>
                                    </p:set>
                                    <p:animEffect transition="in" filter="fade">
                                      <p:cBhvr>
                                        <p:cTn id="61" dur="500"/>
                                        <p:tgtEl>
                                          <p:spTgt spid="6">
                                            <p:txEl>
                                              <p:pRg st="6" end="6"/>
                                            </p:txEl>
                                          </p:spTgt>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6">
                                            <p:txEl>
                                              <p:pRg st="7" end="7"/>
                                            </p:txEl>
                                          </p:spTgt>
                                        </p:tgtEl>
                                        <p:attrNameLst>
                                          <p:attrName>style.visibility</p:attrName>
                                        </p:attrNameLst>
                                      </p:cBhvr>
                                      <p:to>
                                        <p:strVal val="visible"/>
                                      </p:to>
                                    </p:set>
                                    <p:animEffect transition="in" filter="fade">
                                      <p:cBhvr>
                                        <p:cTn id="64" dur="500"/>
                                        <p:tgtEl>
                                          <p:spTgt spid="6">
                                            <p:txEl>
                                              <p:pRg st="7" end="7"/>
                                            </p:txEl>
                                          </p:spTgt>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6">
                                            <p:txEl>
                                              <p:pRg st="8" end="8"/>
                                            </p:txEl>
                                          </p:spTgt>
                                        </p:tgtEl>
                                        <p:attrNameLst>
                                          <p:attrName>style.visibility</p:attrName>
                                        </p:attrNameLst>
                                      </p:cBhvr>
                                      <p:to>
                                        <p:strVal val="visible"/>
                                      </p:to>
                                    </p:set>
                                    <p:animEffect transition="in" filter="fade">
                                      <p:cBhvr>
                                        <p:cTn id="67" dur="500"/>
                                        <p:tgtEl>
                                          <p:spTgt spid="6">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P spid="4" grpId="0" uiExpand="1" build="p"/>
      <p:bldP spid="4" grpId="1" build="p"/>
      <p:bldP spid="5" grpId="0" build="p"/>
      <p:bldP spid="5" grpId="1" build="p"/>
      <p:bldP spid="6" grpId="0" uiExpand="1" build="p"/>
      <p:bldP spid="6" grpI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t>推理过程</a:t>
            </a:r>
          </a:p>
        </p:txBody>
      </p:sp>
      <p:sp>
        <p:nvSpPr>
          <p:cNvPr id="3" name="文本占位符 2"/>
          <p:cNvSpPr>
            <a:spLocks noGrp="1"/>
          </p:cNvSpPr>
          <p:nvPr>
            <p:ph type="body" idx="1"/>
          </p:nvPr>
        </p:nvSpPr>
        <p:spPr/>
        <p:txBody>
          <a:bodyPr/>
          <a:lstStyle/>
          <a:p>
            <a:r>
              <a:rPr lang="zh-CN" altLang="en-US"/>
              <a:t>机制</a:t>
            </a:r>
          </a:p>
        </p:txBody>
      </p:sp>
      <p:sp>
        <p:nvSpPr>
          <p:cNvPr id="4" name="内容占位符 3"/>
          <p:cNvSpPr>
            <a:spLocks noGrp="1"/>
          </p:cNvSpPr>
          <p:nvPr>
            <p:ph sz="half" idx="2"/>
          </p:nvPr>
        </p:nvSpPr>
        <p:spPr/>
        <p:txBody>
          <a:bodyPr/>
          <a:lstStyle/>
          <a:p>
            <a:r>
              <a:rPr lang="zh-CN" altLang="en-US" dirty="0"/>
              <a:t>文本续写</a:t>
            </a:r>
          </a:p>
          <a:p>
            <a:r>
              <a:rPr lang="zh-CN" altLang="en-US" dirty="0"/>
              <a:t>给出</a:t>
            </a:r>
            <a:r>
              <a:rPr lang="en-US" altLang="zh-CN" dirty="0"/>
              <a:t> system + user</a:t>
            </a:r>
            <a:r>
              <a:rPr lang="zh-CN" altLang="en-US" dirty="0"/>
              <a:t>，让模型续写</a:t>
            </a:r>
            <a:r>
              <a:rPr lang="en-US" altLang="zh-CN" dirty="0"/>
              <a:t> assistant </a:t>
            </a:r>
            <a:r>
              <a:rPr lang="zh-CN" altLang="en-US" dirty="0"/>
              <a:t>部分</a:t>
            </a:r>
          </a:p>
          <a:p>
            <a:r>
              <a:rPr lang="zh-CN" altLang="en-US" dirty="0"/>
              <a:t>多轮：追加 </a:t>
            </a:r>
            <a:r>
              <a:rPr lang="en-US" altLang="zh-CN" dirty="0"/>
              <a:t>user + </a:t>
            </a:r>
            <a:r>
              <a:rPr lang="zh-CN" altLang="en-US" dirty="0"/>
              <a:t>续写</a:t>
            </a:r>
            <a:r>
              <a:rPr lang="en-US" altLang="zh-CN" dirty="0"/>
              <a:t> assistant</a:t>
            </a:r>
          </a:p>
        </p:txBody>
      </p:sp>
      <p:sp>
        <p:nvSpPr>
          <p:cNvPr id="5" name="文本占位符 4"/>
          <p:cNvSpPr>
            <a:spLocks noGrp="1"/>
          </p:cNvSpPr>
          <p:nvPr>
            <p:ph type="body" sz="quarter" idx="3"/>
          </p:nvPr>
        </p:nvSpPr>
        <p:spPr/>
        <p:txBody>
          <a:bodyPr/>
          <a:lstStyle/>
          <a:p>
            <a:r>
              <a:rPr lang="zh-CN" altLang="en-US"/>
              <a:t>示例</a:t>
            </a:r>
          </a:p>
        </p:txBody>
      </p:sp>
      <p:sp>
        <p:nvSpPr>
          <p:cNvPr id="6" name="内容占位符 5"/>
          <p:cNvSpPr>
            <a:spLocks noGrp="1"/>
          </p:cNvSpPr>
          <p:nvPr>
            <p:ph sz="quarter" idx="4"/>
          </p:nvPr>
        </p:nvSpPr>
        <p:spPr/>
        <p:txBody>
          <a:bodyPr>
            <a:normAutofit/>
          </a:bodyPr>
          <a:lstStyle/>
          <a:p>
            <a:pPr marL="0" algn="l" fontAlgn="auto">
              <a:lnSpc>
                <a:spcPct val="100000"/>
              </a:lnSpc>
              <a:spcBef>
                <a:spcPts val="600"/>
              </a:spcBef>
              <a:buSzTx/>
              <a:buNone/>
            </a:pPr>
            <a:r>
              <a:rPr lang="en-US" altLang="zh-CN" sz="1600">
                <a:sym typeface="+mn-ea"/>
              </a:rPr>
              <a:t>&lt;system&gt;</a:t>
            </a:r>
            <a:endParaRPr lang="en-US" altLang="zh-CN" sz="1600"/>
          </a:p>
          <a:p>
            <a:pPr marL="0" algn="l" fontAlgn="auto">
              <a:lnSpc>
                <a:spcPct val="100000"/>
              </a:lnSpc>
              <a:spcBef>
                <a:spcPts val="600"/>
              </a:spcBef>
              <a:buSzTx/>
              <a:buNone/>
            </a:pPr>
            <a:r>
              <a:rPr lang="en-US" altLang="zh-CN" sz="1600">
                <a:sym typeface="+mn-ea"/>
              </a:rPr>
              <a:t>你是一个</a:t>
            </a:r>
            <a:r>
              <a:rPr lang="zh-CN" altLang="en-US" sz="1600">
                <a:sym typeface="+mn-ea"/>
              </a:rPr>
              <a:t>天文学家</a:t>
            </a:r>
            <a:r>
              <a:rPr lang="en-US" altLang="zh-CN" sz="1600">
                <a:sym typeface="+mn-ea"/>
              </a:rPr>
              <a:t>，可以回答用户提出的</a:t>
            </a:r>
            <a:r>
              <a:rPr lang="zh-CN" altLang="en-US" sz="1600">
                <a:sym typeface="+mn-ea"/>
              </a:rPr>
              <a:t>天文学</a:t>
            </a:r>
            <a:r>
              <a:rPr lang="en-US" altLang="zh-CN" sz="1600">
                <a:sym typeface="+mn-ea"/>
              </a:rPr>
              <a:t>问题。</a:t>
            </a:r>
            <a:endParaRPr lang="en-US" altLang="zh-CN" sz="1600"/>
          </a:p>
          <a:p>
            <a:pPr marL="0" algn="l" fontAlgn="auto">
              <a:lnSpc>
                <a:spcPct val="100000"/>
              </a:lnSpc>
              <a:spcBef>
                <a:spcPts val="600"/>
              </a:spcBef>
              <a:buSzTx/>
              <a:buNone/>
            </a:pPr>
            <a:r>
              <a:rPr lang="en-US" altLang="zh-CN" sz="1600">
                <a:sym typeface="+mn-ea"/>
              </a:rPr>
              <a:t>&lt;/system&gt;</a:t>
            </a:r>
          </a:p>
          <a:p>
            <a:pPr marL="0" algn="l" fontAlgn="auto">
              <a:lnSpc>
                <a:spcPct val="100000"/>
              </a:lnSpc>
              <a:spcBef>
                <a:spcPts val="600"/>
              </a:spcBef>
              <a:buSzTx/>
              <a:buNone/>
            </a:pPr>
            <a:r>
              <a:rPr lang="en-US" altLang="zh-CN" sz="1600">
                <a:sym typeface="+mn-ea"/>
              </a:rPr>
              <a:t>&lt;user&gt;</a:t>
            </a:r>
          </a:p>
          <a:p>
            <a:pPr marL="0" algn="l" fontAlgn="auto">
              <a:lnSpc>
                <a:spcPct val="100000"/>
              </a:lnSpc>
              <a:spcBef>
                <a:spcPts val="600"/>
              </a:spcBef>
              <a:buSzTx/>
              <a:buNone/>
            </a:pPr>
            <a:r>
              <a:rPr lang="zh-CN" altLang="en-US" sz="1600">
                <a:sym typeface="+mn-ea"/>
              </a:rPr>
              <a:t>恒星为什么会发光？</a:t>
            </a:r>
            <a:endParaRPr lang="en-US" altLang="zh-CN" sz="1600"/>
          </a:p>
          <a:p>
            <a:pPr marL="0" algn="l" fontAlgn="auto">
              <a:lnSpc>
                <a:spcPct val="100000"/>
              </a:lnSpc>
              <a:spcBef>
                <a:spcPts val="600"/>
              </a:spcBef>
              <a:buSzTx/>
              <a:buNone/>
            </a:pPr>
            <a:r>
              <a:rPr lang="en-US" altLang="zh-CN" sz="1600">
                <a:sym typeface="+mn-ea"/>
              </a:rPr>
              <a:t>&lt;/user&gt;</a:t>
            </a:r>
            <a:endParaRPr lang="en-US" altLang="zh-CN" sz="1600"/>
          </a:p>
          <a:p>
            <a:pPr marL="0" algn="l" fontAlgn="auto">
              <a:lnSpc>
                <a:spcPct val="100000"/>
              </a:lnSpc>
              <a:spcBef>
                <a:spcPts val="600"/>
              </a:spcBef>
              <a:buSzTx/>
              <a:buNone/>
            </a:pPr>
            <a:r>
              <a:rPr lang="en-US" altLang="zh-CN" sz="1600">
                <a:sym typeface="+mn-ea"/>
              </a:rPr>
              <a:t>&lt;assistant&gt;</a:t>
            </a:r>
            <a:endParaRPr lang="en-US" altLang="zh-CN" sz="1600"/>
          </a:p>
          <a:p>
            <a:pPr marL="0" algn="l" fontAlgn="auto">
              <a:lnSpc>
                <a:spcPct val="100000"/>
              </a:lnSpc>
              <a:spcBef>
                <a:spcPts val="600"/>
              </a:spcBef>
              <a:buSzTx/>
              <a:buNone/>
            </a:pPr>
            <a:r>
              <a:rPr lang="en-US" altLang="zh-CN" sz="1600">
                <a:sym typeface="+mn-ea"/>
              </a:rPr>
              <a:t>……</a:t>
            </a:r>
          </a:p>
        </p:txBody>
      </p:sp>
      <p:sp>
        <p:nvSpPr>
          <p:cNvPr id="7" name="灯片编号占位符 6"/>
          <p:cNvSpPr>
            <a:spLocks noGrp="1"/>
          </p:cNvSpPr>
          <p:nvPr>
            <p:ph type="sldNum" sz="quarter" idx="12"/>
          </p:nvPr>
        </p:nvSpPr>
        <p:spPr/>
        <p:txBody>
          <a:bodyPr/>
          <a:lstStyle/>
          <a:p>
            <a:fld id="{49AE70B2-8BF9-45C0-BB95-33D1B9D3A854}" type="slidenum">
              <a:rPr lang="zh-CN" altLang="en-US" smtClean="0"/>
              <a:t>10</a:t>
            </a:fld>
            <a:endParaRPr lang="en-US" altLang="zh-CN"/>
          </a:p>
        </p:txBody>
      </p:sp>
      <p:sp>
        <p:nvSpPr>
          <p:cNvPr id="8" name="文本框 7"/>
          <p:cNvSpPr txBox="1"/>
          <p:nvPr/>
        </p:nvSpPr>
        <p:spPr>
          <a:xfrm>
            <a:off x="13112750" y="4123690"/>
            <a:ext cx="4064000" cy="368300"/>
          </a:xfrm>
          <a:prstGeom prst="rect">
            <a:avLst/>
          </a:prstGeom>
          <a:noFill/>
        </p:spPr>
        <p:txBody>
          <a:bodyPr wrap="square" rtlCol="0">
            <a:spAutoFit/>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fade">
                                      <p:cBhvr>
                                        <p:cTn id="12" dur="500"/>
                                        <p:tgtEl>
                                          <p:spTgt spid="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1" end="1"/>
                                            </p:txEl>
                                          </p:spTgt>
                                        </p:tgtEl>
                                        <p:attrNameLst>
                                          <p:attrName>style.visibility</p:attrName>
                                        </p:attrNameLst>
                                      </p:cBhvr>
                                      <p:to>
                                        <p:strVal val="visible"/>
                                      </p:to>
                                    </p:set>
                                    <p:animEffect transition="in" filter="fade">
                                      <p:cBhvr>
                                        <p:cTn id="17" dur="500"/>
                                        <p:tgtEl>
                                          <p:spTgt spid="4">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2" end="2"/>
                                            </p:txEl>
                                          </p:spTgt>
                                        </p:tgtEl>
                                        <p:attrNameLst>
                                          <p:attrName>style.visibility</p:attrName>
                                        </p:attrNameLst>
                                      </p:cBhvr>
                                      <p:to>
                                        <p:strVal val="visible"/>
                                      </p:to>
                                    </p:set>
                                    <p:animEffect transition="in" filter="fade">
                                      <p:cBhvr>
                                        <p:cTn id="22" dur="500"/>
                                        <p:tgtEl>
                                          <p:spTgt spid="4">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
                                            <p:txEl>
                                              <p:pRg st="0" end="0"/>
                                            </p:txEl>
                                          </p:spTgt>
                                        </p:tgtEl>
                                        <p:attrNameLst>
                                          <p:attrName>style.visibility</p:attrName>
                                        </p:attrNameLst>
                                      </p:cBhvr>
                                      <p:to>
                                        <p:strVal val="visible"/>
                                      </p:to>
                                    </p:set>
                                    <p:animEffect transition="in" filter="fade">
                                      <p:cBhvr>
                                        <p:cTn id="27" dur="500"/>
                                        <p:tgtEl>
                                          <p:spTgt spid="5">
                                            <p:txEl>
                                              <p:pRg st="0" end="0"/>
                                            </p:txEl>
                                          </p:spTgt>
                                        </p:tgtEl>
                                      </p:cBhvr>
                                    </p:animEffect>
                                  </p:childTnLst>
                                </p:cTn>
                              </p:par>
                            </p:childTnLst>
                          </p:cTn>
                        </p:par>
                        <p:par>
                          <p:cTn id="28" fill="hold">
                            <p:stCondLst>
                              <p:cond delay="500"/>
                            </p:stCondLst>
                            <p:childTnLst>
                              <p:par>
                                <p:cTn id="29" presetID="10" presetClass="entr" presetSubtype="0" fill="hold" grpId="0" nodeType="afterEffect">
                                  <p:stCondLst>
                                    <p:cond delay="0"/>
                                  </p:stCondLst>
                                  <p:childTnLst>
                                    <p:set>
                                      <p:cBhvr>
                                        <p:cTn id="30" dur="1" fill="hold">
                                          <p:stCondLst>
                                            <p:cond delay="0"/>
                                          </p:stCondLst>
                                        </p:cTn>
                                        <p:tgtEl>
                                          <p:spTgt spid="6">
                                            <p:txEl>
                                              <p:pRg st="0" end="0"/>
                                            </p:txEl>
                                          </p:spTgt>
                                        </p:tgtEl>
                                        <p:attrNameLst>
                                          <p:attrName>style.visibility</p:attrName>
                                        </p:attrNameLst>
                                      </p:cBhvr>
                                      <p:to>
                                        <p:strVal val="visible"/>
                                      </p:to>
                                    </p:set>
                                    <p:animEffect transition="in" filter="fade">
                                      <p:cBhvr>
                                        <p:cTn id="31" dur="500"/>
                                        <p:tgtEl>
                                          <p:spTgt spid="6">
                                            <p:txEl>
                                              <p:pRg st="0" end="0"/>
                                            </p:txEl>
                                          </p:spTgt>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6">
                                            <p:txEl>
                                              <p:pRg st="1" end="1"/>
                                            </p:txEl>
                                          </p:spTgt>
                                        </p:tgtEl>
                                        <p:attrNameLst>
                                          <p:attrName>style.visibility</p:attrName>
                                        </p:attrNameLst>
                                      </p:cBhvr>
                                      <p:to>
                                        <p:strVal val="visible"/>
                                      </p:to>
                                    </p:set>
                                    <p:animEffect transition="in" filter="fade">
                                      <p:cBhvr>
                                        <p:cTn id="34" dur="500"/>
                                        <p:tgtEl>
                                          <p:spTgt spid="6">
                                            <p:txEl>
                                              <p:pRg st="1" end="1"/>
                                            </p:txEl>
                                          </p:spTgt>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6">
                                            <p:txEl>
                                              <p:pRg st="2" end="2"/>
                                            </p:txEl>
                                          </p:spTgt>
                                        </p:tgtEl>
                                        <p:attrNameLst>
                                          <p:attrName>style.visibility</p:attrName>
                                        </p:attrNameLst>
                                      </p:cBhvr>
                                      <p:to>
                                        <p:strVal val="visible"/>
                                      </p:to>
                                    </p:set>
                                    <p:animEffect transition="in" filter="fade">
                                      <p:cBhvr>
                                        <p:cTn id="37" dur="500"/>
                                        <p:tgtEl>
                                          <p:spTgt spid="6">
                                            <p:txEl>
                                              <p:pRg st="2" end="2"/>
                                            </p:txEl>
                                          </p:spTgt>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6">
                                            <p:txEl>
                                              <p:pRg st="3" end="3"/>
                                            </p:txEl>
                                          </p:spTgt>
                                        </p:tgtEl>
                                        <p:attrNameLst>
                                          <p:attrName>style.visibility</p:attrName>
                                        </p:attrNameLst>
                                      </p:cBhvr>
                                      <p:to>
                                        <p:strVal val="visible"/>
                                      </p:to>
                                    </p:set>
                                    <p:animEffect transition="in" filter="fade">
                                      <p:cBhvr>
                                        <p:cTn id="40" dur="500"/>
                                        <p:tgtEl>
                                          <p:spTgt spid="6">
                                            <p:txEl>
                                              <p:pRg st="3" end="3"/>
                                            </p:txEl>
                                          </p:spTgt>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6">
                                            <p:txEl>
                                              <p:pRg st="4" end="4"/>
                                            </p:txEl>
                                          </p:spTgt>
                                        </p:tgtEl>
                                        <p:attrNameLst>
                                          <p:attrName>style.visibility</p:attrName>
                                        </p:attrNameLst>
                                      </p:cBhvr>
                                      <p:to>
                                        <p:strVal val="visible"/>
                                      </p:to>
                                    </p:set>
                                    <p:animEffect transition="in" filter="fade">
                                      <p:cBhvr>
                                        <p:cTn id="43" dur="500"/>
                                        <p:tgtEl>
                                          <p:spTgt spid="6">
                                            <p:txEl>
                                              <p:pRg st="4" end="4"/>
                                            </p:txEl>
                                          </p:spTgt>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6">
                                            <p:txEl>
                                              <p:pRg st="5" end="5"/>
                                            </p:txEl>
                                          </p:spTgt>
                                        </p:tgtEl>
                                        <p:attrNameLst>
                                          <p:attrName>style.visibility</p:attrName>
                                        </p:attrNameLst>
                                      </p:cBhvr>
                                      <p:to>
                                        <p:strVal val="visible"/>
                                      </p:to>
                                    </p:set>
                                    <p:animEffect transition="in" filter="fade">
                                      <p:cBhvr>
                                        <p:cTn id="46" dur="500"/>
                                        <p:tgtEl>
                                          <p:spTgt spid="6">
                                            <p:txEl>
                                              <p:pRg st="5" end="5"/>
                                            </p:txEl>
                                          </p:spTgt>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6">
                                            <p:txEl>
                                              <p:pRg st="6" end="6"/>
                                            </p:txEl>
                                          </p:spTgt>
                                        </p:tgtEl>
                                        <p:attrNameLst>
                                          <p:attrName>style.visibility</p:attrName>
                                        </p:attrNameLst>
                                      </p:cBhvr>
                                      <p:to>
                                        <p:strVal val="visible"/>
                                      </p:to>
                                    </p:set>
                                    <p:animEffect transition="in" filter="fade">
                                      <p:cBhvr>
                                        <p:cTn id="49" dur="500"/>
                                        <p:tgtEl>
                                          <p:spTgt spid="6">
                                            <p:txEl>
                                              <p:pRg st="6" end="6"/>
                                            </p:txEl>
                                          </p:spTgt>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6">
                                            <p:txEl>
                                              <p:pRg st="7" end="7"/>
                                            </p:txEl>
                                          </p:spTgt>
                                        </p:tgtEl>
                                        <p:attrNameLst>
                                          <p:attrName>style.visibility</p:attrName>
                                        </p:attrNameLst>
                                      </p:cBhvr>
                                      <p:to>
                                        <p:strVal val="visible"/>
                                      </p:to>
                                    </p:set>
                                    <p:animEffect transition="in" filter="fade">
                                      <p:cBhvr>
                                        <p:cTn id="52" dur="500"/>
                                        <p:tgtEl>
                                          <p:spTgt spid="6">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P spid="4" grpId="0" uiExpand="1" build="p"/>
      <p:bldP spid="4" grpId="1" build="p"/>
      <p:bldP spid="5" grpId="0" build="p"/>
      <p:bldP spid="5" grpId="1" build="p"/>
      <p:bldP spid="6" grpId="0" uiExpand="1" build="p"/>
      <p:bldP spid="6" grpI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a:normAutofit/>
          </a:bodyPr>
          <a:lstStyle/>
          <a:p>
            <a:r>
              <a:rPr lang="zh-CN" altLang="en-US"/>
              <a:t>多轮推理</a:t>
            </a:r>
            <a:r>
              <a:rPr altLang="zh-CN"/>
              <a:t> —— </a:t>
            </a:r>
            <a:r>
              <a:rPr lang="zh-CN" altLang="en-US"/>
              <a:t>示例</a:t>
            </a:r>
          </a:p>
        </p:txBody>
      </p:sp>
      <p:sp>
        <p:nvSpPr>
          <p:cNvPr id="9" name="内容占位符 8"/>
          <p:cNvSpPr>
            <a:spLocks noGrp="1"/>
          </p:cNvSpPr>
          <p:nvPr>
            <p:ph idx="1"/>
          </p:nvPr>
        </p:nvSpPr>
        <p:spPr/>
        <p:txBody>
          <a:bodyPr/>
          <a:lstStyle/>
          <a:p>
            <a:r>
              <a:rPr lang="en-US" altLang="zh-CN" dirty="0"/>
              <a:t>system: </a:t>
            </a:r>
            <a:r>
              <a:rPr lang="en-US" altLang="zh-CN" dirty="0" err="1">
                <a:sym typeface="+mn-ea"/>
              </a:rPr>
              <a:t>你是一个</a:t>
            </a:r>
            <a:r>
              <a:rPr lang="zh-CN" altLang="en-US" dirty="0">
                <a:sym typeface="+mn-ea"/>
              </a:rPr>
              <a:t>天文学家</a:t>
            </a:r>
            <a:r>
              <a:rPr lang="en-US" altLang="zh-CN" dirty="0">
                <a:sym typeface="+mn-ea"/>
              </a:rPr>
              <a:t>，</a:t>
            </a:r>
            <a:r>
              <a:rPr lang="en-US" altLang="zh-CN" dirty="0" err="1">
                <a:sym typeface="+mn-ea"/>
              </a:rPr>
              <a:t>可以回答用户提出的</a:t>
            </a:r>
            <a:r>
              <a:rPr lang="zh-CN" altLang="en-US" dirty="0">
                <a:sym typeface="+mn-ea"/>
              </a:rPr>
              <a:t>天文学</a:t>
            </a:r>
            <a:r>
              <a:rPr lang="en-US" altLang="zh-CN" dirty="0" err="1">
                <a:sym typeface="+mn-ea"/>
              </a:rPr>
              <a:t>问题</a:t>
            </a:r>
            <a:r>
              <a:rPr lang="en-US" altLang="zh-CN" dirty="0">
                <a:sym typeface="+mn-ea"/>
              </a:rPr>
              <a:t>。</a:t>
            </a:r>
          </a:p>
          <a:p>
            <a:r>
              <a:rPr lang="en-US" altLang="zh-CN" dirty="0"/>
              <a:t>user: </a:t>
            </a:r>
            <a:r>
              <a:rPr lang="zh-CN" altLang="en-US" dirty="0">
                <a:sym typeface="+mn-ea"/>
              </a:rPr>
              <a:t>恒星为什么会发光？</a:t>
            </a:r>
          </a:p>
          <a:p>
            <a:r>
              <a:rPr lang="en-US" altLang="zh-CN" dirty="0"/>
              <a:t>assistant: </a:t>
            </a:r>
            <a:r>
              <a:rPr lang="zh-CN" altLang="en-US" dirty="0"/>
              <a:t>恒星发光是因为其核心持续发生核聚变，释放巨大能量并以光和热的形式辐射出来。</a:t>
            </a:r>
          </a:p>
          <a:p>
            <a:r>
              <a:rPr lang="en-US" altLang="zh-CN" dirty="0">
                <a:sym typeface="+mn-ea"/>
              </a:rPr>
              <a:t>user</a:t>
            </a:r>
            <a:r>
              <a:rPr lang="zh-CN" altLang="en-US" dirty="0"/>
              <a:t>：当恒星核心的核燃料耗尽后，它会发生什么？</a:t>
            </a:r>
          </a:p>
          <a:p>
            <a:r>
              <a:rPr lang="en-US" altLang="zh-CN" dirty="0"/>
              <a:t>assistant: ……</a:t>
            </a:r>
          </a:p>
        </p:txBody>
      </p:sp>
      <p:sp>
        <p:nvSpPr>
          <p:cNvPr id="7" name="灯片编号占位符 6"/>
          <p:cNvSpPr>
            <a:spLocks noGrp="1"/>
          </p:cNvSpPr>
          <p:nvPr>
            <p:ph type="sldNum" sz="quarter" idx="12"/>
          </p:nvPr>
        </p:nvSpPr>
        <p:spPr/>
        <p:txBody>
          <a:bodyPr/>
          <a:lstStyle/>
          <a:p>
            <a:fld id="{49AE70B2-8BF9-45C0-BB95-33D1B9D3A854}" type="slidenum">
              <a:rPr lang="zh-CN" altLang="en-US" smtClean="0"/>
              <a:t>11</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animEffect transition="in" filter="fade">
                                      <p:cBhvr>
                                        <p:cTn id="11" dur="500"/>
                                        <p:tgtEl>
                                          <p:spTgt spid="9">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9">
                                            <p:txEl>
                                              <p:pRg st="2" end="2"/>
                                            </p:txEl>
                                          </p:spTgt>
                                        </p:tgtEl>
                                        <p:attrNameLst>
                                          <p:attrName>style.visibility</p:attrName>
                                        </p:attrNameLst>
                                      </p:cBhvr>
                                      <p:to>
                                        <p:strVal val="visible"/>
                                      </p:to>
                                    </p:set>
                                    <p:animEffect transition="in" filter="fade">
                                      <p:cBhvr>
                                        <p:cTn id="16" dur="500"/>
                                        <p:tgtEl>
                                          <p:spTgt spid="9">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xEl>
                                              <p:pRg st="3" end="3"/>
                                            </p:txEl>
                                          </p:spTgt>
                                        </p:tgtEl>
                                        <p:attrNameLst>
                                          <p:attrName>style.visibility</p:attrName>
                                        </p:attrNameLst>
                                      </p:cBhvr>
                                      <p:to>
                                        <p:strVal val="visible"/>
                                      </p:to>
                                    </p:set>
                                    <p:animEffect transition="in" filter="fade">
                                      <p:cBhvr>
                                        <p:cTn id="21" dur="500"/>
                                        <p:tgtEl>
                                          <p:spTgt spid="9">
                                            <p:txEl>
                                              <p:pRg st="3" end="3"/>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9">
                                            <p:txEl>
                                              <p:pRg st="4" end="4"/>
                                            </p:txEl>
                                          </p:spTgt>
                                        </p:tgtEl>
                                        <p:attrNameLst>
                                          <p:attrName>style.visibility</p:attrName>
                                        </p:attrNameLst>
                                      </p:cBhvr>
                                      <p:to>
                                        <p:strVal val="visible"/>
                                      </p:to>
                                    </p:set>
                                    <p:animEffect transition="in" filter="fade">
                                      <p:cBhvr>
                                        <p:cTn id="26" dur="500"/>
                                        <p:tgtEl>
                                          <p:spTgt spid="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uiExpand="1" build="p"/>
      <p:bldP spid="9" grpI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a:t>影响训练的因素</a:t>
            </a:r>
          </a:p>
        </p:txBody>
      </p:sp>
      <p:sp>
        <p:nvSpPr>
          <p:cNvPr id="4" name="灯片编号占位符 3"/>
          <p:cNvSpPr>
            <a:spLocks noGrp="1"/>
          </p:cNvSpPr>
          <p:nvPr>
            <p:ph type="sldNum" sz="quarter" idx="12"/>
          </p:nvPr>
        </p:nvSpPr>
        <p:spPr/>
        <p:txBody>
          <a:bodyPr/>
          <a:lstStyle/>
          <a:p>
            <a:fld id="{49AE70B2-8BF9-45C0-BB95-33D1B9D3A854}" type="slidenum">
              <a:rPr lang="zh-CN" altLang="en-US" smtClean="0"/>
              <a:t>12</a:t>
            </a:fld>
            <a:endParaRPr lang="en-US" altLang="zh-CN"/>
          </a:p>
        </p:txBody>
      </p:sp>
      <p:sp>
        <p:nvSpPr>
          <p:cNvPr id="14" name="内容占位符 5"/>
          <p:cNvSpPr>
            <a:spLocks noGrp="1"/>
          </p:cNvSpPr>
          <p:nvPr/>
        </p:nvSpPr>
        <p:spPr>
          <a:xfrm>
            <a:off x="762635" y="2543810"/>
            <a:ext cx="3211195" cy="3484245"/>
          </a:xfrm>
          <a:prstGeom prst="rect">
            <a:avLst/>
          </a:prstGeom>
        </p:spPr>
        <p:txBody>
          <a:bodyPr vert="horz" lIns="91440" tIns="45720" rIns="91440" bIns="45720" rtlCol="0">
            <a:normAutofit/>
          </a:bodyPr>
          <a:lstStyle>
            <a:lvl1pPr marL="228600" indent="-228600" algn="l" defTabSz="914400" rtl="0" eaLnBrk="1" latinLnBrk="0" hangingPunct="1">
              <a:lnSpc>
                <a:spcPct val="150000"/>
              </a:lnSpc>
              <a:spcBef>
                <a:spcPts val="1000"/>
              </a:spcBef>
              <a:buClr>
                <a:srgbClr val="00E5FF"/>
              </a:buClr>
              <a:buFont typeface="Arial" panose="02080604020202020204" pitchFamily="34" charset="0"/>
              <a:buChar char="•"/>
              <a:defRPr sz="2400" kern="1200">
                <a:solidFill>
                  <a:schemeClr val="bg1"/>
                </a:solidFill>
                <a:latin typeface="+mn-lt"/>
                <a:ea typeface="+mn-ea"/>
                <a:cs typeface="+mn-cs"/>
              </a:defRPr>
            </a:lvl1pPr>
            <a:lvl2pPr marL="685800" indent="-228600" algn="l" defTabSz="914400" rtl="0" eaLnBrk="1" latinLnBrk="0" hangingPunct="1">
              <a:lnSpc>
                <a:spcPct val="150000"/>
              </a:lnSpc>
              <a:spcBef>
                <a:spcPts val="500"/>
              </a:spcBef>
              <a:buClr>
                <a:srgbClr val="00E5FF"/>
              </a:buClr>
              <a:buFont typeface="Arial" panose="02080604020202020204" pitchFamily="34" charset="0"/>
              <a:buChar char="•"/>
              <a:defRPr sz="2000" kern="1200">
                <a:solidFill>
                  <a:schemeClr val="bg1"/>
                </a:solidFill>
                <a:latin typeface="+mn-lt"/>
                <a:ea typeface="+mn-ea"/>
                <a:cs typeface="+mn-cs"/>
              </a:defRPr>
            </a:lvl2pPr>
            <a:lvl3pPr marL="1143000" indent="-228600" algn="l" defTabSz="914400" rtl="0" eaLnBrk="1" latinLnBrk="0" hangingPunct="1">
              <a:lnSpc>
                <a:spcPct val="150000"/>
              </a:lnSpc>
              <a:spcBef>
                <a:spcPts val="500"/>
              </a:spcBef>
              <a:buClr>
                <a:srgbClr val="00E5FF"/>
              </a:buClr>
              <a:buFont typeface="Arial" panose="02080604020202020204" pitchFamily="34" charset="0"/>
              <a:buChar char="•"/>
              <a:defRPr sz="1800" kern="1200">
                <a:solidFill>
                  <a:schemeClr val="bg1"/>
                </a:solidFill>
                <a:latin typeface="+mn-lt"/>
                <a:ea typeface="+mn-ea"/>
                <a:cs typeface="+mn-cs"/>
              </a:defRPr>
            </a:lvl3pPr>
            <a:lvl4pPr marL="1600200" indent="-228600" algn="l" defTabSz="914400" rtl="0" eaLnBrk="1" latinLnBrk="0" hangingPunct="1">
              <a:lnSpc>
                <a:spcPct val="150000"/>
              </a:lnSpc>
              <a:spcBef>
                <a:spcPts val="500"/>
              </a:spcBef>
              <a:buClr>
                <a:srgbClr val="00E5FF"/>
              </a:buClr>
              <a:buFont typeface="Arial" panose="0208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150000"/>
              </a:lnSpc>
              <a:spcBef>
                <a:spcPts val="500"/>
              </a:spcBef>
              <a:buClr>
                <a:srgbClr val="00E5FF"/>
              </a:buClr>
              <a:buFont typeface="Arial" panose="0208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9pPr>
          </a:lstStyle>
          <a:p>
            <a:r>
              <a:rPr lang="zh-CN" altLang="en-US" sz="1800"/>
              <a:t>训练数据时间边界：</a:t>
            </a:r>
          </a:p>
          <a:p>
            <a:pPr lvl="1"/>
            <a:r>
              <a:rPr lang="zh-CN" altLang="en-US" sz="1500"/>
              <a:t>新资讯、新知识</a:t>
            </a:r>
          </a:p>
          <a:p>
            <a:r>
              <a:rPr lang="zh-CN" altLang="en-US" sz="1800"/>
              <a:t>数据质量：</a:t>
            </a:r>
          </a:p>
          <a:p>
            <a:pPr lvl="1"/>
            <a:r>
              <a:rPr lang="zh-CN" altLang="en-US" sz="1500"/>
              <a:t>错误、偏见</a:t>
            </a:r>
          </a:p>
          <a:p>
            <a:r>
              <a:rPr lang="zh-CN" altLang="en-US" sz="1800"/>
              <a:t>领域覆盖：</a:t>
            </a:r>
          </a:p>
          <a:p>
            <a:pPr lvl="1"/>
            <a:r>
              <a:rPr lang="zh-CN" altLang="en-US" sz="1500"/>
              <a:t>专业任务训练少，表现弱</a:t>
            </a:r>
          </a:p>
        </p:txBody>
      </p:sp>
      <p:sp>
        <p:nvSpPr>
          <p:cNvPr id="15" name="文本占位符 6"/>
          <p:cNvSpPr>
            <a:spLocks noGrp="1"/>
          </p:cNvSpPr>
          <p:nvPr/>
        </p:nvSpPr>
        <p:spPr>
          <a:xfrm>
            <a:off x="8278495" y="1903730"/>
            <a:ext cx="3209925" cy="509905"/>
          </a:xfrm>
          <a:prstGeom prst="rect">
            <a:avLst/>
          </a:prstGeom>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80604020202020204" pitchFamily="34" charset="0"/>
              <a:buNone/>
              <a:defRPr kumimoji="0" lang="en-US" sz="2400" b="1" i="0" u="none" strike="noStrike" kern="0" cap="none" spc="0" normalizeH="0" baseline="0" noProof="1">
                <a:solidFill>
                  <a:srgbClr val="B388FF"/>
                </a:solidFill>
                <a:latin typeface="Noto Sans SC"/>
                <a:ea typeface="Noto Sans SC"/>
                <a:cs typeface="Noto Sans SC"/>
                <a:sym typeface="Noto Sans SC"/>
              </a:defRPr>
            </a:lvl1pPr>
            <a:lvl2pPr marL="457200" indent="0" algn="l" defTabSz="914400" rtl="0" eaLnBrk="1" latinLnBrk="0" hangingPunct="1">
              <a:lnSpc>
                <a:spcPct val="90000"/>
              </a:lnSpc>
              <a:spcBef>
                <a:spcPts val="500"/>
              </a:spcBef>
              <a:buFont typeface="Arial" panose="02080604020202020204" pitchFamily="34" charset="0"/>
              <a:buNone/>
              <a:defRPr sz="2000" b="1" kern="1200">
                <a:solidFill>
                  <a:schemeClr val="bg1"/>
                </a:solidFill>
                <a:latin typeface="+mn-lt"/>
                <a:ea typeface="+mn-ea"/>
                <a:cs typeface="+mn-cs"/>
              </a:defRPr>
            </a:lvl2pPr>
            <a:lvl3pPr marL="914400" indent="0" algn="l" defTabSz="914400" rtl="0" eaLnBrk="1" latinLnBrk="0" hangingPunct="1">
              <a:lnSpc>
                <a:spcPct val="90000"/>
              </a:lnSpc>
              <a:spcBef>
                <a:spcPts val="500"/>
              </a:spcBef>
              <a:buFont typeface="Arial" panose="02080604020202020204" pitchFamily="34" charset="0"/>
              <a:buNone/>
              <a:defRPr sz="1800" b="1" kern="1200">
                <a:solidFill>
                  <a:schemeClr val="bg1"/>
                </a:solidFill>
                <a:latin typeface="+mn-lt"/>
                <a:ea typeface="+mn-ea"/>
                <a:cs typeface="+mn-cs"/>
              </a:defRPr>
            </a:lvl3pPr>
            <a:lvl4pPr marL="1371600" indent="0" algn="l" defTabSz="914400" rtl="0" eaLnBrk="1" latinLnBrk="0" hangingPunct="1">
              <a:lnSpc>
                <a:spcPct val="90000"/>
              </a:lnSpc>
              <a:spcBef>
                <a:spcPts val="500"/>
              </a:spcBef>
              <a:buFont typeface="Arial" panose="02080604020202020204" pitchFamily="34" charset="0"/>
              <a:buNone/>
              <a:defRPr sz="1600" b="1" kern="1200">
                <a:solidFill>
                  <a:schemeClr val="bg1"/>
                </a:solidFill>
                <a:latin typeface="+mn-lt"/>
                <a:ea typeface="+mn-ea"/>
                <a:cs typeface="+mn-cs"/>
              </a:defRPr>
            </a:lvl4pPr>
            <a:lvl5pPr marL="1828800" indent="0" algn="l" defTabSz="914400" rtl="0" eaLnBrk="1" latinLnBrk="0" hangingPunct="1">
              <a:lnSpc>
                <a:spcPct val="90000"/>
              </a:lnSpc>
              <a:spcBef>
                <a:spcPts val="500"/>
              </a:spcBef>
              <a:buFont typeface="Arial" panose="02080604020202020204" pitchFamily="34" charset="0"/>
              <a:buNone/>
              <a:defRPr sz="1600" b="1" kern="1200">
                <a:solidFill>
                  <a:schemeClr val="bg1"/>
                </a:solidFill>
                <a:latin typeface="+mn-lt"/>
                <a:ea typeface="+mn-ea"/>
                <a:cs typeface="+mn-cs"/>
              </a:defRPr>
            </a:lvl5pPr>
            <a:lvl6pPr marL="2286000" indent="0" algn="l" defTabSz="914400" rtl="0" eaLnBrk="1" latinLnBrk="0" hangingPunct="1">
              <a:lnSpc>
                <a:spcPct val="90000"/>
              </a:lnSpc>
              <a:spcBef>
                <a:spcPts val="500"/>
              </a:spcBef>
              <a:buFont typeface="Arial" panose="0208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8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8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80604020202020204" pitchFamily="34" charset="0"/>
              <a:buNone/>
              <a:defRPr sz="1600" b="1" kern="1200">
                <a:solidFill>
                  <a:schemeClr val="tx1"/>
                </a:solidFill>
                <a:latin typeface="+mn-lt"/>
                <a:ea typeface="+mn-ea"/>
                <a:cs typeface="+mn-cs"/>
              </a:defRPr>
            </a:lvl9pPr>
          </a:lstStyle>
          <a:p>
            <a:r>
              <a:rPr lang="zh-CN" altLang="en-US"/>
              <a:t>目标</a:t>
            </a:r>
          </a:p>
        </p:txBody>
      </p:sp>
      <p:sp>
        <p:nvSpPr>
          <p:cNvPr id="18" name="文本占位符 6"/>
          <p:cNvSpPr>
            <a:spLocks noGrp="1"/>
          </p:cNvSpPr>
          <p:nvPr/>
        </p:nvSpPr>
        <p:spPr>
          <a:xfrm>
            <a:off x="762635" y="1903730"/>
            <a:ext cx="3210560" cy="509905"/>
          </a:xfrm>
          <a:prstGeom prst="rect">
            <a:avLst/>
          </a:prstGeom>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80604020202020204" pitchFamily="34" charset="0"/>
              <a:buNone/>
              <a:defRPr kumimoji="0" lang="en-US" sz="2400" b="1" i="0" u="none" strike="noStrike" kern="0" cap="none" spc="0" normalizeH="0" baseline="0" noProof="1">
                <a:solidFill>
                  <a:srgbClr val="B388FF"/>
                </a:solidFill>
                <a:latin typeface="Noto Sans SC"/>
                <a:ea typeface="Noto Sans SC"/>
                <a:cs typeface="Noto Sans SC"/>
                <a:sym typeface="Noto Sans SC"/>
              </a:defRPr>
            </a:lvl1pPr>
            <a:lvl2pPr marL="457200" indent="0" algn="l" defTabSz="914400" rtl="0" eaLnBrk="1" latinLnBrk="0" hangingPunct="1">
              <a:lnSpc>
                <a:spcPct val="90000"/>
              </a:lnSpc>
              <a:spcBef>
                <a:spcPts val="500"/>
              </a:spcBef>
              <a:buFont typeface="Arial" panose="02080604020202020204" pitchFamily="34" charset="0"/>
              <a:buNone/>
              <a:defRPr sz="2000" b="1" kern="1200">
                <a:solidFill>
                  <a:schemeClr val="bg1"/>
                </a:solidFill>
                <a:latin typeface="+mn-lt"/>
                <a:ea typeface="+mn-ea"/>
                <a:cs typeface="+mn-cs"/>
              </a:defRPr>
            </a:lvl2pPr>
            <a:lvl3pPr marL="914400" indent="0" algn="l" defTabSz="914400" rtl="0" eaLnBrk="1" latinLnBrk="0" hangingPunct="1">
              <a:lnSpc>
                <a:spcPct val="90000"/>
              </a:lnSpc>
              <a:spcBef>
                <a:spcPts val="500"/>
              </a:spcBef>
              <a:buFont typeface="Arial" panose="02080604020202020204" pitchFamily="34" charset="0"/>
              <a:buNone/>
              <a:defRPr sz="1800" b="1" kern="1200">
                <a:solidFill>
                  <a:schemeClr val="bg1"/>
                </a:solidFill>
                <a:latin typeface="+mn-lt"/>
                <a:ea typeface="+mn-ea"/>
                <a:cs typeface="+mn-cs"/>
              </a:defRPr>
            </a:lvl3pPr>
            <a:lvl4pPr marL="1371600" indent="0" algn="l" defTabSz="914400" rtl="0" eaLnBrk="1" latinLnBrk="0" hangingPunct="1">
              <a:lnSpc>
                <a:spcPct val="90000"/>
              </a:lnSpc>
              <a:spcBef>
                <a:spcPts val="500"/>
              </a:spcBef>
              <a:buFont typeface="Arial" panose="02080604020202020204" pitchFamily="34" charset="0"/>
              <a:buNone/>
              <a:defRPr sz="1600" b="1" kern="1200">
                <a:solidFill>
                  <a:schemeClr val="bg1"/>
                </a:solidFill>
                <a:latin typeface="+mn-lt"/>
                <a:ea typeface="+mn-ea"/>
                <a:cs typeface="+mn-cs"/>
              </a:defRPr>
            </a:lvl4pPr>
            <a:lvl5pPr marL="1828800" indent="0" algn="l" defTabSz="914400" rtl="0" eaLnBrk="1" latinLnBrk="0" hangingPunct="1">
              <a:lnSpc>
                <a:spcPct val="90000"/>
              </a:lnSpc>
              <a:spcBef>
                <a:spcPts val="500"/>
              </a:spcBef>
              <a:buFont typeface="Arial" panose="02080604020202020204" pitchFamily="34" charset="0"/>
              <a:buNone/>
              <a:defRPr sz="1600" b="1" kern="1200">
                <a:solidFill>
                  <a:schemeClr val="bg1"/>
                </a:solidFill>
                <a:latin typeface="+mn-lt"/>
                <a:ea typeface="+mn-ea"/>
                <a:cs typeface="+mn-cs"/>
              </a:defRPr>
            </a:lvl5pPr>
            <a:lvl6pPr marL="2286000" indent="0" algn="l" defTabSz="914400" rtl="0" eaLnBrk="1" latinLnBrk="0" hangingPunct="1">
              <a:lnSpc>
                <a:spcPct val="90000"/>
              </a:lnSpc>
              <a:spcBef>
                <a:spcPts val="500"/>
              </a:spcBef>
              <a:buFont typeface="Arial" panose="0208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8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8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80604020202020204" pitchFamily="34" charset="0"/>
              <a:buNone/>
              <a:defRPr sz="1600" b="1" kern="1200">
                <a:solidFill>
                  <a:schemeClr val="tx1"/>
                </a:solidFill>
                <a:latin typeface="+mn-lt"/>
                <a:ea typeface="+mn-ea"/>
                <a:cs typeface="+mn-cs"/>
              </a:defRPr>
            </a:lvl9pPr>
          </a:lstStyle>
          <a:p>
            <a:r>
              <a:rPr lang="zh-CN" altLang="en-US">
                <a:solidFill>
                  <a:srgbClr val="00E5FF"/>
                </a:solidFill>
              </a:rPr>
              <a:t>数据</a:t>
            </a:r>
          </a:p>
        </p:txBody>
      </p:sp>
      <p:sp>
        <p:nvSpPr>
          <p:cNvPr id="19" name="内容占位符 5"/>
          <p:cNvSpPr>
            <a:spLocks noGrp="1"/>
          </p:cNvSpPr>
          <p:nvPr/>
        </p:nvSpPr>
        <p:spPr>
          <a:xfrm>
            <a:off x="4520565" y="2543810"/>
            <a:ext cx="3211195" cy="3484245"/>
          </a:xfrm>
          <a:prstGeom prst="rect">
            <a:avLst/>
          </a:prstGeom>
        </p:spPr>
        <p:txBody>
          <a:bodyPr vert="horz" lIns="91440" tIns="45720" rIns="91440" bIns="45720" rtlCol="0">
            <a:normAutofit/>
          </a:bodyPr>
          <a:lstStyle>
            <a:lvl1pPr marL="228600" indent="-228600" algn="l" defTabSz="914400" rtl="0" eaLnBrk="1" latinLnBrk="0" hangingPunct="1">
              <a:lnSpc>
                <a:spcPct val="150000"/>
              </a:lnSpc>
              <a:spcBef>
                <a:spcPts val="1000"/>
              </a:spcBef>
              <a:buClr>
                <a:srgbClr val="00E5FF"/>
              </a:buClr>
              <a:buFont typeface="Arial" panose="02080604020202020204" pitchFamily="34" charset="0"/>
              <a:buChar char="•"/>
              <a:defRPr sz="2400" kern="1200">
                <a:solidFill>
                  <a:schemeClr val="bg1"/>
                </a:solidFill>
                <a:latin typeface="+mn-lt"/>
                <a:ea typeface="+mn-ea"/>
                <a:cs typeface="+mn-cs"/>
              </a:defRPr>
            </a:lvl1pPr>
            <a:lvl2pPr marL="685800" indent="-228600" algn="l" defTabSz="914400" rtl="0" eaLnBrk="1" latinLnBrk="0" hangingPunct="1">
              <a:lnSpc>
                <a:spcPct val="150000"/>
              </a:lnSpc>
              <a:spcBef>
                <a:spcPts val="500"/>
              </a:spcBef>
              <a:buClr>
                <a:srgbClr val="00E5FF"/>
              </a:buClr>
              <a:buFont typeface="Arial" panose="02080604020202020204" pitchFamily="34" charset="0"/>
              <a:buChar char="•"/>
              <a:defRPr sz="2000" kern="1200">
                <a:solidFill>
                  <a:schemeClr val="bg1"/>
                </a:solidFill>
                <a:latin typeface="+mn-lt"/>
                <a:ea typeface="+mn-ea"/>
                <a:cs typeface="+mn-cs"/>
              </a:defRPr>
            </a:lvl2pPr>
            <a:lvl3pPr marL="1143000" indent="-228600" algn="l" defTabSz="914400" rtl="0" eaLnBrk="1" latinLnBrk="0" hangingPunct="1">
              <a:lnSpc>
                <a:spcPct val="150000"/>
              </a:lnSpc>
              <a:spcBef>
                <a:spcPts val="500"/>
              </a:spcBef>
              <a:buClr>
                <a:srgbClr val="00E5FF"/>
              </a:buClr>
              <a:buFont typeface="Arial" panose="02080604020202020204" pitchFamily="34" charset="0"/>
              <a:buChar char="•"/>
              <a:defRPr sz="1800" kern="1200">
                <a:solidFill>
                  <a:schemeClr val="bg1"/>
                </a:solidFill>
                <a:latin typeface="+mn-lt"/>
                <a:ea typeface="+mn-ea"/>
                <a:cs typeface="+mn-cs"/>
              </a:defRPr>
            </a:lvl3pPr>
            <a:lvl4pPr marL="1600200" indent="-228600" algn="l" defTabSz="914400" rtl="0" eaLnBrk="1" latinLnBrk="0" hangingPunct="1">
              <a:lnSpc>
                <a:spcPct val="150000"/>
              </a:lnSpc>
              <a:spcBef>
                <a:spcPts val="500"/>
              </a:spcBef>
              <a:buClr>
                <a:srgbClr val="00E5FF"/>
              </a:buClr>
              <a:buFont typeface="Arial" panose="0208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150000"/>
              </a:lnSpc>
              <a:spcBef>
                <a:spcPts val="500"/>
              </a:spcBef>
              <a:buClr>
                <a:srgbClr val="00E5FF"/>
              </a:buClr>
              <a:buFont typeface="Arial" panose="0208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9pPr>
          </a:lstStyle>
          <a:p>
            <a:pPr>
              <a:buClr>
                <a:srgbClr val="69F0AE"/>
              </a:buClr>
            </a:pPr>
            <a:r>
              <a:rPr lang="zh-CN" altLang="en-US" sz="1800"/>
              <a:t>参数量：</a:t>
            </a:r>
          </a:p>
          <a:p>
            <a:pPr lvl="1">
              <a:buClr>
                <a:srgbClr val="69F0AE"/>
              </a:buClr>
            </a:pPr>
            <a:r>
              <a:rPr lang="zh-CN" altLang="en-US" sz="1500"/>
              <a:t>参数更多，保存的信息越多</a:t>
            </a:r>
          </a:p>
          <a:p>
            <a:pPr lvl="0">
              <a:buClr>
                <a:srgbClr val="69F0AE"/>
              </a:buClr>
            </a:pPr>
            <a:r>
              <a:rPr lang="zh-CN" altLang="en-US" sz="1800"/>
              <a:t>上下文长度：</a:t>
            </a:r>
          </a:p>
          <a:p>
            <a:pPr lvl="1">
              <a:buClr>
                <a:srgbClr val="69F0AE"/>
              </a:buClr>
            </a:pPr>
            <a:r>
              <a:rPr lang="zh-CN" altLang="en-US" sz="1500"/>
              <a:t>上下文越长，越能处理复杂任务</a:t>
            </a:r>
          </a:p>
          <a:p>
            <a:pPr lvl="0"/>
            <a:endParaRPr lang="zh-CN" altLang="en-US" sz="1800"/>
          </a:p>
        </p:txBody>
      </p:sp>
      <p:sp>
        <p:nvSpPr>
          <p:cNvPr id="20" name="内容占位符 5"/>
          <p:cNvSpPr>
            <a:spLocks noGrp="1"/>
          </p:cNvSpPr>
          <p:nvPr/>
        </p:nvSpPr>
        <p:spPr>
          <a:xfrm>
            <a:off x="8278495" y="2543810"/>
            <a:ext cx="3211195" cy="3484245"/>
          </a:xfrm>
          <a:prstGeom prst="rect">
            <a:avLst/>
          </a:prstGeom>
        </p:spPr>
        <p:txBody>
          <a:bodyPr vert="horz" lIns="91440" tIns="45720" rIns="91440" bIns="45720" rtlCol="0">
            <a:normAutofit/>
          </a:bodyPr>
          <a:lstStyle>
            <a:lvl1pPr marL="228600" indent="-228600" algn="l" defTabSz="914400" rtl="0" eaLnBrk="1" latinLnBrk="0" hangingPunct="1">
              <a:lnSpc>
                <a:spcPct val="150000"/>
              </a:lnSpc>
              <a:spcBef>
                <a:spcPts val="1000"/>
              </a:spcBef>
              <a:buClr>
                <a:srgbClr val="00E5FF"/>
              </a:buClr>
              <a:buFont typeface="Arial" panose="02080604020202020204" pitchFamily="34" charset="0"/>
              <a:buChar char="•"/>
              <a:defRPr sz="2400" kern="1200">
                <a:solidFill>
                  <a:schemeClr val="bg1"/>
                </a:solidFill>
                <a:latin typeface="+mn-lt"/>
                <a:ea typeface="+mn-ea"/>
                <a:cs typeface="+mn-cs"/>
              </a:defRPr>
            </a:lvl1pPr>
            <a:lvl2pPr marL="685800" indent="-228600" algn="l" defTabSz="914400" rtl="0" eaLnBrk="1" latinLnBrk="0" hangingPunct="1">
              <a:lnSpc>
                <a:spcPct val="150000"/>
              </a:lnSpc>
              <a:spcBef>
                <a:spcPts val="500"/>
              </a:spcBef>
              <a:buClr>
                <a:srgbClr val="00E5FF"/>
              </a:buClr>
              <a:buFont typeface="Arial" panose="02080604020202020204" pitchFamily="34" charset="0"/>
              <a:buChar char="•"/>
              <a:defRPr sz="2000" kern="1200">
                <a:solidFill>
                  <a:schemeClr val="bg1"/>
                </a:solidFill>
                <a:latin typeface="+mn-lt"/>
                <a:ea typeface="+mn-ea"/>
                <a:cs typeface="+mn-cs"/>
              </a:defRPr>
            </a:lvl2pPr>
            <a:lvl3pPr marL="1143000" indent="-228600" algn="l" defTabSz="914400" rtl="0" eaLnBrk="1" latinLnBrk="0" hangingPunct="1">
              <a:lnSpc>
                <a:spcPct val="150000"/>
              </a:lnSpc>
              <a:spcBef>
                <a:spcPts val="500"/>
              </a:spcBef>
              <a:buClr>
                <a:srgbClr val="00E5FF"/>
              </a:buClr>
              <a:buFont typeface="Arial" panose="02080604020202020204" pitchFamily="34" charset="0"/>
              <a:buChar char="•"/>
              <a:defRPr sz="1800" kern="1200">
                <a:solidFill>
                  <a:schemeClr val="bg1"/>
                </a:solidFill>
                <a:latin typeface="+mn-lt"/>
                <a:ea typeface="+mn-ea"/>
                <a:cs typeface="+mn-cs"/>
              </a:defRPr>
            </a:lvl3pPr>
            <a:lvl4pPr marL="1600200" indent="-228600" algn="l" defTabSz="914400" rtl="0" eaLnBrk="1" latinLnBrk="0" hangingPunct="1">
              <a:lnSpc>
                <a:spcPct val="150000"/>
              </a:lnSpc>
              <a:spcBef>
                <a:spcPts val="500"/>
              </a:spcBef>
              <a:buClr>
                <a:srgbClr val="00E5FF"/>
              </a:buClr>
              <a:buFont typeface="Arial" panose="0208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150000"/>
              </a:lnSpc>
              <a:spcBef>
                <a:spcPts val="500"/>
              </a:spcBef>
              <a:buClr>
                <a:srgbClr val="00E5FF"/>
              </a:buClr>
              <a:buFont typeface="Arial" panose="0208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9pPr>
          </a:lstStyle>
          <a:p>
            <a:pPr>
              <a:buClr>
                <a:srgbClr val="B388FF"/>
              </a:buClr>
            </a:pPr>
            <a:r>
              <a:rPr lang="zh-CN" altLang="en-US" sz="1800"/>
              <a:t>训练任务：</a:t>
            </a:r>
          </a:p>
          <a:p>
            <a:pPr lvl="1">
              <a:buClr>
                <a:srgbClr val="B388FF"/>
              </a:buClr>
            </a:pPr>
            <a:r>
              <a:rPr lang="zh-CN" altLang="en-US" sz="1500"/>
              <a:t>直接影响模型偏好</a:t>
            </a:r>
          </a:p>
          <a:p>
            <a:pPr>
              <a:buClr>
                <a:srgbClr val="B388FF"/>
              </a:buClr>
            </a:pPr>
            <a:r>
              <a:rPr lang="zh-CN" altLang="en-US" sz="1800"/>
              <a:t>对齐环节：</a:t>
            </a:r>
          </a:p>
          <a:p>
            <a:pPr lvl="1">
              <a:buClr>
                <a:srgbClr val="B388FF"/>
              </a:buClr>
            </a:pPr>
            <a:r>
              <a:rPr lang="zh-CN" altLang="en-US" sz="1500"/>
              <a:t>影响模型的使用安全性</a:t>
            </a:r>
          </a:p>
          <a:p>
            <a:pPr lvl="1">
              <a:buClr>
                <a:srgbClr val="B388FF"/>
              </a:buClr>
            </a:pPr>
            <a:r>
              <a:rPr lang="zh-CN" altLang="en-US" sz="1500"/>
              <a:t>影响输出质量</a:t>
            </a:r>
          </a:p>
        </p:txBody>
      </p:sp>
      <p:sp>
        <p:nvSpPr>
          <p:cNvPr id="21" name="文本占位符 6"/>
          <p:cNvSpPr>
            <a:spLocks noGrp="1"/>
          </p:cNvSpPr>
          <p:nvPr/>
        </p:nvSpPr>
        <p:spPr>
          <a:xfrm>
            <a:off x="4520565" y="1903730"/>
            <a:ext cx="3210560" cy="509905"/>
          </a:xfrm>
          <a:prstGeom prst="rect">
            <a:avLst/>
          </a:prstGeom>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80604020202020204" pitchFamily="34" charset="0"/>
              <a:buNone/>
              <a:defRPr kumimoji="0" lang="en-US" sz="2400" b="1" i="0" u="none" strike="noStrike" kern="0" cap="none" spc="0" normalizeH="0" baseline="0" noProof="1">
                <a:solidFill>
                  <a:srgbClr val="B388FF"/>
                </a:solidFill>
                <a:latin typeface="Noto Sans SC"/>
                <a:ea typeface="Noto Sans SC"/>
                <a:cs typeface="Noto Sans SC"/>
                <a:sym typeface="Noto Sans SC"/>
              </a:defRPr>
            </a:lvl1pPr>
            <a:lvl2pPr marL="457200" indent="0" algn="l" defTabSz="914400" rtl="0" eaLnBrk="1" latinLnBrk="0" hangingPunct="1">
              <a:lnSpc>
                <a:spcPct val="90000"/>
              </a:lnSpc>
              <a:spcBef>
                <a:spcPts val="500"/>
              </a:spcBef>
              <a:buFont typeface="Arial" panose="02080604020202020204" pitchFamily="34" charset="0"/>
              <a:buNone/>
              <a:defRPr sz="2000" b="1" kern="1200">
                <a:solidFill>
                  <a:schemeClr val="bg1"/>
                </a:solidFill>
                <a:latin typeface="+mn-lt"/>
                <a:ea typeface="+mn-ea"/>
                <a:cs typeface="+mn-cs"/>
              </a:defRPr>
            </a:lvl2pPr>
            <a:lvl3pPr marL="914400" indent="0" algn="l" defTabSz="914400" rtl="0" eaLnBrk="1" latinLnBrk="0" hangingPunct="1">
              <a:lnSpc>
                <a:spcPct val="90000"/>
              </a:lnSpc>
              <a:spcBef>
                <a:spcPts val="500"/>
              </a:spcBef>
              <a:buFont typeface="Arial" panose="02080604020202020204" pitchFamily="34" charset="0"/>
              <a:buNone/>
              <a:defRPr sz="1800" b="1" kern="1200">
                <a:solidFill>
                  <a:schemeClr val="bg1"/>
                </a:solidFill>
                <a:latin typeface="+mn-lt"/>
                <a:ea typeface="+mn-ea"/>
                <a:cs typeface="+mn-cs"/>
              </a:defRPr>
            </a:lvl3pPr>
            <a:lvl4pPr marL="1371600" indent="0" algn="l" defTabSz="914400" rtl="0" eaLnBrk="1" latinLnBrk="0" hangingPunct="1">
              <a:lnSpc>
                <a:spcPct val="90000"/>
              </a:lnSpc>
              <a:spcBef>
                <a:spcPts val="500"/>
              </a:spcBef>
              <a:buFont typeface="Arial" panose="02080604020202020204" pitchFamily="34" charset="0"/>
              <a:buNone/>
              <a:defRPr sz="1600" b="1" kern="1200">
                <a:solidFill>
                  <a:schemeClr val="bg1"/>
                </a:solidFill>
                <a:latin typeface="+mn-lt"/>
                <a:ea typeface="+mn-ea"/>
                <a:cs typeface="+mn-cs"/>
              </a:defRPr>
            </a:lvl4pPr>
            <a:lvl5pPr marL="1828800" indent="0" algn="l" defTabSz="914400" rtl="0" eaLnBrk="1" latinLnBrk="0" hangingPunct="1">
              <a:lnSpc>
                <a:spcPct val="90000"/>
              </a:lnSpc>
              <a:spcBef>
                <a:spcPts val="500"/>
              </a:spcBef>
              <a:buFont typeface="Arial" panose="02080604020202020204" pitchFamily="34" charset="0"/>
              <a:buNone/>
              <a:defRPr sz="1600" b="1" kern="1200">
                <a:solidFill>
                  <a:schemeClr val="bg1"/>
                </a:solidFill>
                <a:latin typeface="+mn-lt"/>
                <a:ea typeface="+mn-ea"/>
                <a:cs typeface="+mn-cs"/>
              </a:defRPr>
            </a:lvl5pPr>
            <a:lvl6pPr marL="2286000" indent="0" algn="l" defTabSz="914400" rtl="0" eaLnBrk="1" latinLnBrk="0" hangingPunct="1">
              <a:lnSpc>
                <a:spcPct val="90000"/>
              </a:lnSpc>
              <a:spcBef>
                <a:spcPts val="500"/>
              </a:spcBef>
              <a:buFont typeface="Arial" panose="0208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8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8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80604020202020204" pitchFamily="34" charset="0"/>
              <a:buNone/>
              <a:defRPr sz="1600" b="1" kern="1200">
                <a:solidFill>
                  <a:schemeClr val="tx1"/>
                </a:solidFill>
                <a:latin typeface="+mn-lt"/>
                <a:ea typeface="+mn-ea"/>
                <a:cs typeface="+mn-cs"/>
              </a:defRPr>
            </a:lvl9pPr>
          </a:lstStyle>
          <a:p>
            <a:r>
              <a:rPr lang="zh-CN" altLang="en-US">
                <a:solidFill>
                  <a:srgbClr val="69F0AE"/>
                </a:solidFill>
              </a:rPr>
              <a:t>模型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21"/>
                                        </p:tgtEl>
                                        <p:attrNameLst>
                                          <p:attrName>style.visibility</p:attrName>
                                        </p:attrNameLst>
                                      </p:cBhvr>
                                      <p:to>
                                        <p:strVal val="visible"/>
                                      </p:to>
                                    </p:set>
                                    <p:animEffect transition="in" filter="fade">
                                      <p:cBhvr>
                                        <p:cTn id="11" dur="500"/>
                                        <p:tgtEl>
                                          <p:spTgt spid="21"/>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500"/>
                                        <p:tgtEl>
                                          <p:spTgt spid="14"/>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500"/>
                                        <p:tgtEl>
                                          <p:spTgt spid="19"/>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fade">
                                      <p:cBhvr>
                                        <p:cTn id="30"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4" grpId="1"/>
      <p:bldP spid="15" grpId="0"/>
      <p:bldP spid="15" grpId="1"/>
      <p:bldP spid="18" grpId="0"/>
      <p:bldP spid="18" grpId="1"/>
      <p:bldP spid="19" grpId="0"/>
      <p:bldP spid="19" grpId="1"/>
      <p:bldP spid="20" grpId="0"/>
      <p:bldP spid="20" grpId="1"/>
      <p:bldP spid="21" grpId="0"/>
      <p:bldP spid="21" grpId="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a:normAutofit/>
          </a:bodyPr>
          <a:lstStyle/>
          <a:p>
            <a:r>
              <a:rPr lang="zh-CN" altLang="en-US"/>
              <a:t>产品差异也是重要因素</a:t>
            </a:r>
          </a:p>
        </p:txBody>
      </p:sp>
      <p:sp>
        <p:nvSpPr>
          <p:cNvPr id="9" name="内容占位符 8"/>
          <p:cNvSpPr>
            <a:spLocks noGrp="1"/>
          </p:cNvSpPr>
          <p:nvPr>
            <p:ph idx="1"/>
          </p:nvPr>
        </p:nvSpPr>
        <p:spPr/>
        <p:txBody>
          <a:bodyPr/>
          <a:lstStyle/>
          <a:p>
            <a:r>
              <a:rPr lang="zh-CN" altLang="en-US">
                <a:solidFill>
                  <a:schemeClr val="bg1"/>
                </a:solidFill>
              </a:rPr>
              <a:t>工具能力</a:t>
            </a:r>
          </a:p>
          <a:p>
            <a:pPr lvl="1"/>
            <a:r>
              <a:rPr lang="zh-CN" altLang="en-US">
                <a:solidFill>
                  <a:schemeClr val="bg1"/>
                </a:solidFill>
              </a:rPr>
              <a:t>工具是否可以完成任务需求？</a:t>
            </a:r>
          </a:p>
          <a:p>
            <a:pPr lvl="1"/>
            <a:r>
              <a:rPr lang="zh-CN" altLang="en-US">
                <a:solidFill>
                  <a:schemeClr val="bg1"/>
                </a:solidFill>
              </a:rPr>
              <a:t>有需求的时候是否能够用到匹配的工具？</a:t>
            </a:r>
          </a:p>
          <a:p>
            <a:r>
              <a:rPr lang="zh-CN" altLang="en-US">
                <a:solidFill>
                  <a:schemeClr val="bg1"/>
                </a:solidFill>
              </a:rPr>
              <a:t>工作流编排</a:t>
            </a:r>
          </a:p>
          <a:p>
            <a:pPr lvl="1"/>
            <a:r>
              <a:rPr lang="zh-CN" altLang="en-US" sz="1800">
                <a:solidFill>
                  <a:schemeClr val="bg1"/>
                </a:solidFill>
              </a:rPr>
              <a:t>是否进行质量检查？</a:t>
            </a:r>
          </a:p>
          <a:p>
            <a:pPr lvl="1"/>
            <a:r>
              <a:rPr lang="zh-CN" altLang="en-US" sz="1800">
                <a:solidFill>
                  <a:schemeClr val="bg1"/>
                </a:solidFill>
              </a:rPr>
              <a:t>检查发现缺陷后是否能够自动修复？</a:t>
            </a:r>
            <a:endParaRPr lang="zh-CN" altLang="en-US">
              <a:solidFill>
                <a:schemeClr val="bg1"/>
              </a:solidFill>
            </a:endParaRPr>
          </a:p>
          <a:p>
            <a:r>
              <a:rPr lang="zh-CN" altLang="en-US">
                <a:solidFill>
                  <a:schemeClr val="bg1"/>
                </a:solidFill>
              </a:rPr>
              <a:t>用户交互</a:t>
            </a:r>
          </a:p>
          <a:p>
            <a:pPr lvl="1"/>
            <a:r>
              <a:rPr lang="zh-CN" altLang="en-US">
                <a:solidFill>
                  <a:schemeClr val="bg1"/>
                </a:solidFill>
              </a:rPr>
              <a:t>是否在需要用户决策的时候把决策权还给用户</a:t>
            </a:r>
          </a:p>
        </p:txBody>
      </p:sp>
      <p:sp>
        <p:nvSpPr>
          <p:cNvPr id="7" name="灯片编号占位符 6"/>
          <p:cNvSpPr>
            <a:spLocks noGrp="1"/>
          </p:cNvSpPr>
          <p:nvPr>
            <p:ph type="sldNum" sz="quarter" idx="12"/>
          </p:nvPr>
        </p:nvSpPr>
        <p:spPr/>
        <p:txBody>
          <a:bodyPr/>
          <a:lstStyle/>
          <a:p>
            <a:fld id="{49AE70B2-8BF9-45C0-BB95-33D1B9D3A854}" type="slidenum">
              <a:rPr lang="zh-CN" altLang="en-US" smtClean="0"/>
              <a:t>13</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animEffect transition="in" filter="fade">
                                      <p:cBhvr>
                                        <p:cTn id="11" dur="500"/>
                                        <p:tgtEl>
                                          <p:spTgt spid="9">
                                            <p:txEl>
                                              <p:pRg st="1" end="1"/>
                                            </p:txEl>
                                          </p:spTgt>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9">
                                            <p:txEl>
                                              <p:pRg st="2" end="2"/>
                                            </p:txEl>
                                          </p:spTgt>
                                        </p:tgtEl>
                                        <p:attrNameLst>
                                          <p:attrName>style.visibility</p:attrName>
                                        </p:attrNameLst>
                                      </p:cBhvr>
                                      <p:to>
                                        <p:strVal val="visible"/>
                                      </p:to>
                                    </p:set>
                                    <p:animEffect transition="in" filter="fade">
                                      <p:cBhvr>
                                        <p:cTn id="15" dur="500"/>
                                        <p:tgtEl>
                                          <p:spTgt spid="9">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9">
                                            <p:txEl>
                                              <p:pRg st="3" end="3"/>
                                            </p:txEl>
                                          </p:spTgt>
                                        </p:tgtEl>
                                        <p:attrNameLst>
                                          <p:attrName>style.visibility</p:attrName>
                                        </p:attrNameLst>
                                      </p:cBhvr>
                                      <p:to>
                                        <p:strVal val="visible"/>
                                      </p:to>
                                    </p:set>
                                    <p:animEffect transition="in" filter="fade">
                                      <p:cBhvr>
                                        <p:cTn id="20" dur="500"/>
                                        <p:tgtEl>
                                          <p:spTgt spid="9">
                                            <p:txEl>
                                              <p:pRg st="3" end="3"/>
                                            </p:txEl>
                                          </p:spTgt>
                                        </p:tgtEl>
                                      </p:cBhvr>
                                    </p:animEffect>
                                  </p:childTnLst>
                                </p:cTn>
                              </p:par>
                            </p:childTnLst>
                          </p:cTn>
                        </p:par>
                        <p:par>
                          <p:cTn id="21" fill="hold">
                            <p:stCondLst>
                              <p:cond delay="500"/>
                            </p:stCondLst>
                            <p:childTnLst>
                              <p:par>
                                <p:cTn id="22" presetID="10" presetClass="entr" presetSubtype="0" fill="hold" grpId="0" nodeType="afterEffect">
                                  <p:stCondLst>
                                    <p:cond delay="0"/>
                                  </p:stCondLst>
                                  <p:childTnLst>
                                    <p:set>
                                      <p:cBhvr>
                                        <p:cTn id="23" dur="1" fill="hold">
                                          <p:stCondLst>
                                            <p:cond delay="0"/>
                                          </p:stCondLst>
                                        </p:cTn>
                                        <p:tgtEl>
                                          <p:spTgt spid="9">
                                            <p:txEl>
                                              <p:pRg st="4" end="4"/>
                                            </p:txEl>
                                          </p:spTgt>
                                        </p:tgtEl>
                                        <p:attrNameLst>
                                          <p:attrName>style.visibility</p:attrName>
                                        </p:attrNameLst>
                                      </p:cBhvr>
                                      <p:to>
                                        <p:strVal val="visible"/>
                                      </p:to>
                                    </p:set>
                                    <p:animEffect transition="in" filter="fade">
                                      <p:cBhvr>
                                        <p:cTn id="24" dur="500"/>
                                        <p:tgtEl>
                                          <p:spTgt spid="9">
                                            <p:txEl>
                                              <p:pRg st="4" end="4"/>
                                            </p:txEl>
                                          </p:spTgt>
                                        </p:tgtEl>
                                      </p:cBhvr>
                                    </p:animEffect>
                                  </p:childTnLst>
                                </p:cTn>
                              </p:par>
                            </p:childTnLst>
                          </p:cTn>
                        </p:par>
                        <p:par>
                          <p:cTn id="25" fill="hold">
                            <p:stCondLst>
                              <p:cond delay="1000"/>
                            </p:stCondLst>
                            <p:childTnLst>
                              <p:par>
                                <p:cTn id="26" presetID="10" presetClass="entr" presetSubtype="0" fill="hold" grpId="0" nodeType="afterEffect">
                                  <p:stCondLst>
                                    <p:cond delay="0"/>
                                  </p:stCondLst>
                                  <p:childTnLst>
                                    <p:set>
                                      <p:cBhvr>
                                        <p:cTn id="27" dur="1" fill="hold">
                                          <p:stCondLst>
                                            <p:cond delay="0"/>
                                          </p:stCondLst>
                                        </p:cTn>
                                        <p:tgtEl>
                                          <p:spTgt spid="9">
                                            <p:txEl>
                                              <p:pRg st="5" end="5"/>
                                            </p:txEl>
                                          </p:spTgt>
                                        </p:tgtEl>
                                        <p:attrNameLst>
                                          <p:attrName>style.visibility</p:attrName>
                                        </p:attrNameLst>
                                      </p:cBhvr>
                                      <p:to>
                                        <p:strVal val="visible"/>
                                      </p:to>
                                    </p:set>
                                    <p:animEffect transition="in" filter="fade">
                                      <p:cBhvr>
                                        <p:cTn id="28" dur="500"/>
                                        <p:tgtEl>
                                          <p:spTgt spid="9">
                                            <p:txEl>
                                              <p:pRg st="5" end="5"/>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9">
                                            <p:txEl>
                                              <p:pRg st="6" end="6"/>
                                            </p:txEl>
                                          </p:spTgt>
                                        </p:tgtEl>
                                        <p:attrNameLst>
                                          <p:attrName>style.visibility</p:attrName>
                                        </p:attrNameLst>
                                      </p:cBhvr>
                                      <p:to>
                                        <p:strVal val="visible"/>
                                      </p:to>
                                    </p:set>
                                    <p:animEffect transition="in" filter="fade">
                                      <p:cBhvr>
                                        <p:cTn id="33" dur="500"/>
                                        <p:tgtEl>
                                          <p:spTgt spid="9">
                                            <p:txEl>
                                              <p:pRg st="6" end="6"/>
                                            </p:txEl>
                                          </p:spTgt>
                                        </p:tgtEl>
                                      </p:cBhvr>
                                    </p:animEffect>
                                  </p:childTnLst>
                                </p:cTn>
                              </p:par>
                            </p:childTnLst>
                          </p:cTn>
                        </p:par>
                        <p:par>
                          <p:cTn id="34" fill="hold">
                            <p:stCondLst>
                              <p:cond delay="500"/>
                            </p:stCondLst>
                            <p:childTnLst>
                              <p:par>
                                <p:cTn id="35" presetID="10" presetClass="entr" presetSubtype="0" fill="hold" grpId="0" nodeType="afterEffect">
                                  <p:stCondLst>
                                    <p:cond delay="0"/>
                                  </p:stCondLst>
                                  <p:childTnLst>
                                    <p:set>
                                      <p:cBhvr>
                                        <p:cTn id="36" dur="1" fill="hold">
                                          <p:stCondLst>
                                            <p:cond delay="0"/>
                                          </p:stCondLst>
                                        </p:cTn>
                                        <p:tgtEl>
                                          <p:spTgt spid="9">
                                            <p:txEl>
                                              <p:pRg st="7" end="7"/>
                                            </p:txEl>
                                          </p:spTgt>
                                        </p:tgtEl>
                                        <p:attrNameLst>
                                          <p:attrName>style.visibility</p:attrName>
                                        </p:attrNameLst>
                                      </p:cBhvr>
                                      <p:to>
                                        <p:strVal val="visible"/>
                                      </p:to>
                                    </p:set>
                                    <p:animEffect transition="in" filter="fade">
                                      <p:cBhvr>
                                        <p:cTn id="37" dur="500"/>
                                        <p:tgtEl>
                                          <p:spTgt spid="9">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uiExpand="1" build="p"/>
      <p:bldP spid="9" grpI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a:t>模型微调（</a:t>
            </a:r>
            <a:r>
              <a:rPr altLang="zh-CN"/>
              <a:t>Fine-tuning</a:t>
            </a:r>
            <a:r>
              <a:rPr lang="zh-CN" altLang="en-US"/>
              <a:t>）</a:t>
            </a:r>
          </a:p>
        </p:txBody>
      </p:sp>
      <p:sp>
        <p:nvSpPr>
          <p:cNvPr id="5" name="内容占位符 4"/>
          <p:cNvSpPr>
            <a:spLocks noGrp="1"/>
          </p:cNvSpPr>
          <p:nvPr>
            <p:ph idx="1"/>
          </p:nvPr>
        </p:nvSpPr>
        <p:spPr/>
        <p:txBody>
          <a:bodyPr/>
          <a:lstStyle/>
          <a:p>
            <a:r>
              <a:rPr lang="zh-CN" altLang="en-US"/>
              <a:t>这里所说的微调是专指基于已经完成后训练的模型进行的额外训练</a:t>
            </a:r>
          </a:p>
          <a:p>
            <a:r>
              <a:rPr lang="zh-CN" altLang="en-US"/>
              <a:t>训练的数据是某一个特定领域的专门数据</a:t>
            </a:r>
          </a:p>
          <a:p>
            <a:pPr lvl="1"/>
            <a:r>
              <a:rPr lang="zh-CN" altLang="en-US"/>
              <a:t>如：金融、法律、医疗</a:t>
            </a:r>
          </a:p>
          <a:p>
            <a:pPr lvl="0"/>
            <a:r>
              <a:rPr lang="zh-CN" altLang="en-US"/>
              <a:t>通常在小模型上进行，作为专有业务的特定环节</a:t>
            </a:r>
          </a:p>
          <a:p>
            <a:pPr lvl="1"/>
            <a:r>
              <a:rPr lang="zh-CN" altLang="en-US"/>
              <a:t>如：提取病历中的症状并进行标准化</a:t>
            </a:r>
          </a:p>
        </p:txBody>
      </p:sp>
      <p:sp>
        <p:nvSpPr>
          <p:cNvPr id="6" name="内容占位符 5"/>
          <p:cNvSpPr>
            <a:spLocks noGrp="1"/>
          </p:cNvSpPr>
          <p:nvPr>
            <p:ph idx="13"/>
          </p:nvPr>
        </p:nvSpPr>
        <p:spPr/>
        <p:txBody>
          <a:bodyPr/>
          <a:lstStyle/>
          <a:p>
            <a:r>
              <a:rPr lang="zh-CN" altLang="en-US" dirty="0"/>
              <a:t>微调是用特定数据继续训练大模型，使其适配</a:t>
            </a:r>
          </a:p>
          <a:p>
            <a:r>
              <a:rPr lang="zh-CN" altLang="en-US" dirty="0"/>
              <a:t>下游任务或领域，提升专业表现。</a:t>
            </a:r>
          </a:p>
        </p:txBody>
      </p:sp>
      <p:sp>
        <p:nvSpPr>
          <p:cNvPr id="4" name="灯片编号占位符 3"/>
          <p:cNvSpPr>
            <a:spLocks noGrp="1"/>
          </p:cNvSpPr>
          <p:nvPr>
            <p:ph type="sldNum" sz="quarter" idx="12"/>
          </p:nvPr>
        </p:nvSpPr>
        <p:spPr/>
        <p:txBody>
          <a:bodyPr/>
          <a:lstStyle/>
          <a:p>
            <a:fld id="{49AE70B2-8BF9-45C0-BB95-33D1B9D3A854}" type="slidenum">
              <a:rPr lang="zh-CN" altLang="en-US" smtClean="0"/>
              <a:t>14</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animEffect transition="in" filter="fade">
                                      <p:cBhvr>
                                        <p:cTn id="11" dur="500"/>
                                        <p:tgtEl>
                                          <p:spTgt spid="6">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5">
                                            <p:txEl>
                                              <p:pRg st="0" end="0"/>
                                            </p:txEl>
                                          </p:spTgt>
                                        </p:tgtEl>
                                        <p:attrNameLst>
                                          <p:attrName>style.visibility</p:attrName>
                                        </p:attrNameLst>
                                      </p:cBhvr>
                                      <p:to>
                                        <p:strVal val="visible"/>
                                      </p:to>
                                    </p:set>
                                    <p:animEffect transition="in" filter="fade">
                                      <p:cBhvr>
                                        <p:cTn id="16" dur="500"/>
                                        <p:tgtEl>
                                          <p:spTgt spid="5">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5">
                                            <p:txEl>
                                              <p:pRg st="1" end="1"/>
                                            </p:txEl>
                                          </p:spTgt>
                                        </p:tgtEl>
                                        <p:attrNameLst>
                                          <p:attrName>style.visibility</p:attrName>
                                        </p:attrNameLst>
                                      </p:cBhvr>
                                      <p:to>
                                        <p:strVal val="visible"/>
                                      </p:to>
                                    </p:set>
                                    <p:animEffect transition="in" filter="fade">
                                      <p:cBhvr>
                                        <p:cTn id="21" dur="500"/>
                                        <p:tgtEl>
                                          <p:spTgt spid="5">
                                            <p:txEl>
                                              <p:pRg st="1" end="1"/>
                                            </p:txEl>
                                          </p:spTgt>
                                        </p:tgtEl>
                                      </p:cBhvr>
                                    </p:animEffect>
                                  </p:childTnLst>
                                </p:cTn>
                              </p:par>
                            </p:childTnLst>
                          </p:cTn>
                        </p:par>
                        <p:par>
                          <p:cTn id="22" fill="hold">
                            <p:stCondLst>
                              <p:cond delay="500"/>
                            </p:stCondLst>
                            <p:childTnLst>
                              <p:par>
                                <p:cTn id="23" presetID="10" presetClass="entr" presetSubtype="0" fill="hold" grpId="0" nodeType="afterEffect">
                                  <p:stCondLst>
                                    <p:cond delay="0"/>
                                  </p:stCondLst>
                                  <p:childTnLst>
                                    <p:set>
                                      <p:cBhvr>
                                        <p:cTn id="24" dur="1" fill="hold">
                                          <p:stCondLst>
                                            <p:cond delay="0"/>
                                          </p:stCondLst>
                                        </p:cTn>
                                        <p:tgtEl>
                                          <p:spTgt spid="5">
                                            <p:txEl>
                                              <p:pRg st="2" end="2"/>
                                            </p:txEl>
                                          </p:spTgt>
                                        </p:tgtEl>
                                        <p:attrNameLst>
                                          <p:attrName>style.visibility</p:attrName>
                                        </p:attrNameLst>
                                      </p:cBhvr>
                                      <p:to>
                                        <p:strVal val="visible"/>
                                      </p:to>
                                    </p:set>
                                    <p:animEffect transition="in" filter="fade">
                                      <p:cBhvr>
                                        <p:cTn id="25" dur="500"/>
                                        <p:tgtEl>
                                          <p:spTgt spid="5">
                                            <p:txEl>
                                              <p:pRg st="2" end="2"/>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5">
                                            <p:txEl>
                                              <p:pRg st="3" end="3"/>
                                            </p:txEl>
                                          </p:spTgt>
                                        </p:tgtEl>
                                        <p:attrNameLst>
                                          <p:attrName>style.visibility</p:attrName>
                                        </p:attrNameLst>
                                      </p:cBhvr>
                                      <p:to>
                                        <p:strVal val="visible"/>
                                      </p:to>
                                    </p:set>
                                    <p:animEffect transition="in" filter="fade">
                                      <p:cBhvr>
                                        <p:cTn id="30" dur="500"/>
                                        <p:tgtEl>
                                          <p:spTgt spid="5">
                                            <p:txEl>
                                              <p:pRg st="3" end="3"/>
                                            </p:txEl>
                                          </p:spTgt>
                                        </p:tgtEl>
                                      </p:cBhvr>
                                    </p:animEffect>
                                  </p:childTnLst>
                                </p:cTn>
                              </p:par>
                            </p:childTnLst>
                          </p:cTn>
                        </p:par>
                        <p:par>
                          <p:cTn id="31" fill="hold">
                            <p:stCondLst>
                              <p:cond delay="500"/>
                            </p:stCondLst>
                            <p:childTnLst>
                              <p:par>
                                <p:cTn id="32" presetID="10" presetClass="entr" presetSubtype="0" fill="hold" grpId="0" nodeType="afterEffect">
                                  <p:stCondLst>
                                    <p:cond delay="0"/>
                                  </p:stCondLst>
                                  <p:childTnLst>
                                    <p:set>
                                      <p:cBhvr>
                                        <p:cTn id="33" dur="1" fill="hold">
                                          <p:stCondLst>
                                            <p:cond delay="0"/>
                                          </p:stCondLst>
                                        </p:cTn>
                                        <p:tgtEl>
                                          <p:spTgt spid="5">
                                            <p:txEl>
                                              <p:pRg st="4" end="4"/>
                                            </p:txEl>
                                          </p:spTgt>
                                        </p:tgtEl>
                                        <p:attrNameLst>
                                          <p:attrName>style.visibility</p:attrName>
                                        </p:attrNameLst>
                                      </p:cBhvr>
                                      <p:to>
                                        <p:strVal val="visible"/>
                                      </p:to>
                                    </p:set>
                                    <p:animEffect transition="in" filter="fade">
                                      <p:cBhvr>
                                        <p:cTn id="34"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P spid="5" grpId="1" build="p"/>
      <p:bldP spid="6" grpId="0" uiExpand="1" build="p"/>
      <p:bldP spid="6" grpI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a:t>模型微调</a:t>
            </a:r>
            <a:r>
              <a:rPr altLang="zh-CN"/>
              <a:t> vs </a:t>
            </a:r>
            <a:r>
              <a:rPr lang="zh-CN" altLang="en-US"/>
              <a:t>检索增强生成</a:t>
            </a:r>
          </a:p>
        </p:txBody>
      </p:sp>
      <p:sp>
        <p:nvSpPr>
          <p:cNvPr id="5" name="文本占位符 4"/>
          <p:cNvSpPr>
            <a:spLocks noGrp="1"/>
          </p:cNvSpPr>
          <p:nvPr>
            <p:ph type="body" idx="1"/>
          </p:nvPr>
        </p:nvSpPr>
        <p:spPr/>
        <p:txBody>
          <a:bodyPr/>
          <a:lstStyle/>
          <a:p>
            <a:r>
              <a:rPr lang="zh-CN" altLang="en-US"/>
              <a:t>微调</a:t>
            </a:r>
          </a:p>
        </p:txBody>
      </p:sp>
      <p:sp>
        <p:nvSpPr>
          <p:cNvPr id="6" name="内容占位符 5"/>
          <p:cNvSpPr>
            <a:spLocks noGrp="1"/>
          </p:cNvSpPr>
          <p:nvPr>
            <p:ph sz="half" idx="2"/>
          </p:nvPr>
        </p:nvSpPr>
        <p:spPr/>
        <p:txBody>
          <a:bodyPr/>
          <a:lstStyle/>
          <a:p>
            <a:r>
              <a:rPr lang="zh-CN" altLang="en-US"/>
              <a:t>让模型学会</a:t>
            </a:r>
            <a:r>
              <a:rPr lang="en-US" altLang="zh-CN"/>
              <a:t>/</a:t>
            </a:r>
            <a:r>
              <a:rPr lang="zh-CN" altLang="en-US"/>
              <a:t>记住资料</a:t>
            </a:r>
          </a:p>
          <a:p>
            <a:r>
              <a:rPr lang="zh-CN" altLang="en-US"/>
              <a:t>模型参数会被修改</a:t>
            </a:r>
          </a:p>
          <a:p>
            <a:r>
              <a:rPr lang="zh-CN" altLang="en-US"/>
              <a:t>小模型也能“专精”</a:t>
            </a:r>
          </a:p>
          <a:p>
            <a:r>
              <a:rPr lang="zh-CN" altLang="en-US"/>
              <a:t>训练成本高，通用性弱</a:t>
            </a:r>
          </a:p>
        </p:txBody>
      </p:sp>
      <p:sp>
        <p:nvSpPr>
          <p:cNvPr id="7" name="文本占位符 6"/>
          <p:cNvSpPr>
            <a:spLocks noGrp="1"/>
          </p:cNvSpPr>
          <p:nvPr>
            <p:ph type="body" sz="quarter" idx="3"/>
          </p:nvPr>
        </p:nvSpPr>
        <p:spPr/>
        <p:txBody>
          <a:bodyPr/>
          <a:lstStyle/>
          <a:p>
            <a:r>
              <a:rPr altLang="zh-CN"/>
              <a:t>RAG</a:t>
            </a:r>
          </a:p>
        </p:txBody>
      </p:sp>
      <p:sp>
        <p:nvSpPr>
          <p:cNvPr id="8" name="内容占位符 7"/>
          <p:cNvSpPr>
            <a:spLocks noGrp="1"/>
          </p:cNvSpPr>
          <p:nvPr>
            <p:ph sz="quarter" idx="4"/>
          </p:nvPr>
        </p:nvSpPr>
        <p:spPr/>
        <p:txBody>
          <a:bodyPr/>
          <a:lstStyle/>
          <a:p>
            <a:r>
              <a:rPr lang="zh-CN" altLang="en-US"/>
              <a:t>当场根据资料回答问题</a:t>
            </a:r>
          </a:p>
          <a:p>
            <a:r>
              <a:rPr lang="zh-CN" altLang="en-US"/>
              <a:t>模型参数不变</a:t>
            </a:r>
          </a:p>
          <a:p>
            <a:r>
              <a:rPr lang="zh-CN" altLang="en-US"/>
              <a:t>不用训练，通用性强</a:t>
            </a:r>
          </a:p>
          <a:p>
            <a:r>
              <a:rPr lang="zh-CN" altLang="en-US"/>
              <a:t>查找结果未必精准，</a:t>
            </a:r>
            <a:r>
              <a:rPr lang="en-US" altLang="zh-CN"/>
              <a:t>token</a:t>
            </a:r>
            <a:r>
              <a:rPr lang="zh-CN" altLang="en-US"/>
              <a:t>消耗多</a:t>
            </a:r>
          </a:p>
        </p:txBody>
      </p:sp>
      <p:sp>
        <p:nvSpPr>
          <p:cNvPr id="4" name="灯片编号占位符 3"/>
          <p:cNvSpPr>
            <a:spLocks noGrp="1"/>
          </p:cNvSpPr>
          <p:nvPr>
            <p:ph type="sldNum" sz="quarter" idx="12"/>
          </p:nvPr>
        </p:nvSpPr>
        <p:spPr/>
        <p:txBody>
          <a:bodyPr/>
          <a:lstStyle/>
          <a:p>
            <a:fld id="{49AE70B2-8BF9-45C0-BB95-33D1B9D3A854}" type="slidenum">
              <a:rPr lang="zh-CN" altLang="en-US" smtClean="0"/>
              <a:t>15</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animEffect transition="in" filter="fade">
                                      <p:cBhvr>
                                        <p:cTn id="11" dur="500"/>
                                        <p:tgtEl>
                                          <p:spTgt spid="6">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7">
                                            <p:txEl>
                                              <p:pRg st="0" end="0"/>
                                            </p:txEl>
                                          </p:spTgt>
                                        </p:tgtEl>
                                        <p:attrNameLst>
                                          <p:attrName>style.visibility</p:attrName>
                                        </p:attrNameLst>
                                      </p:cBhvr>
                                      <p:to>
                                        <p:strVal val="visible"/>
                                      </p:to>
                                    </p:set>
                                    <p:animEffect transition="in" filter="fade">
                                      <p:cBhvr>
                                        <p:cTn id="16" dur="500"/>
                                        <p:tgtEl>
                                          <p:spTgt spid="7">
                                            <p:txEl>
                                              <p:pRg st="0" end="0"/>
                                            </p:txEl>
                                          </p:spTgt>
                                        </p:tgtEl>
                                      </p:cBhvr>
                                    </p:animEffect>
                                  </p:childTnLst>
                                </p:cTn>
                              </p:par>
                            </p:childTnLst>
                          </p:cTn>
                        </p:par>
                        <p:par>
                          <p:cTn id="17" fill="hold">
                            <p:stCondLst>
                              <p:cond delay="500"/>
                            </p:stCondLst>
                            <p:childTnLst>
                              <p:par>
                                <p:cTn id="18" presetID="10" presetClass="entr" presetSubtype="0" fill="hold" grpId="0" nodeType="afterEffect">
                                  <p:stCondLst>
                                    <p:cond delay="0"/>
                                  </p:stCondLst>
                                  <p:childTnLst>
                                    <p:set>
                                      <p:cBhvr>
                                        <p:cTn id="19" dur="1" fill="hold">
                                          <p:stCondLst>
                                            <p:cond delay="0"/>
                                          </p:stCondLst>
                                        </p:cTn>
                                        <p:tgtEl>
                                          <p:spTgt spid="8">
                                            <p:txEl>
                                              <p:pRg st="0" end="0"/>
                                            </p:txEl>
                                          </p:spTgt>
                                        </p:tgtEl>
                                        <p:attrNameLst>
                                          <p:attrName>style.visibility</p:attrName>
                                        </p:attrNameLst>
                                      </p:cBhvr>
                                      <p:to>
                                        <p:strVal val="visible"/>
                                      </p:to>
                                    </p:set>
                                    <p:animEffect transition="in" filter="fade">
                                      <p:cBhvr>
                                        <p:cTn id="20" dur="500"/>
                                        <p:tgtEl>
                                          <p:spTgt spid="8">
                                            <p:txEl>
                                              <p:pRg st="0" end="0"/>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6">
                                            <p:txEl>
                                              <p:pRg st="1" end="1"/>
                                            </p:txEl>
                                          </p:spTgt>
                                        </p:tgtEl>
                                        <p:attrNameLst>
                                          <p:attrName>style.visibility</p:attrName>
                                        </p:attrNameLst>
                                      </p:cBhvr>
                                      <p:to>
                                        <p:strVal val="visible"/>
                                      </p:to>
                                    </p:set>
                                    <p:animEffect transition="in" filter="fade">
                                      <p:cBhvr>
                                        <p:cTn id="25" dur="500"/>
                                        <p:tgtEl>
                                          <p:spTgt spid="6">
                                            <p:txEl>
                                              <p:pRg st="1" end="1"/>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8">
                                            <p:txEl>
                                              <p:pRg st="1" end="1"/>
                                            </p:txEl>
                                          </p:spTgt>
                                        </p:tgtEl>
                                        <p:attrNameLst>
                                          <p:attrName>style.visibility</p:attrName>
                                        </p:attrNameLst>
                                      </p:cBhvr>
                                      <p:to>
                                        <p:strVal val="visible"/>
                                      </p:to>
                                    </p:set>
                                    <p:animEffect transition="in" filter="fade">
                                      <p:cBhvr>
                                        <p:cTn id="30" dur="500"/>
                                        <p:tgtEl>
                                          <p:spTgt spid="8">
                                            <p:txEl>
                                              <p:pRg st="1" end="1"/>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6">
                                            <p:txEl>
                                              <p:pRg st="2" end="2"/>
                                            </p:txEl>
                                          </p:spTgt>
                                        </p:tgtEl>
                                        <p:attrNameLst>
                                          <p:attrName>style.visibility</p:attrName>
                                        </p:attrNameLst>
                                      </p:cBhvr>
                                      <p:to>
                                        <p:strVal val="visible"/>
                                      </p:to>
                                    </p:set>
                                    <p:animEffect transition="in" filter="fade">
                                      <p:cBhvr>
                                        <p:cTn id="35" dur="500"/>
                                        <p:tgtEl>
                                          <p:spTgt spid="6">
                                            <p:txEl>
                                              <p:pRg st="2" end="2"/>
                                            </p:txEl>
                                          </p:spTgt>
                                        </p:tgtEl>
                                      </p:cBhvr>
                                    </p:animEffect>
                                  </p:childTnLst>
                                </p:cTn>
                              </p:par>
                            </p:childTnLst>
                          </p:cTn>
                        </p:par>
                        <p:par>
                          <p:cTn id="36" fill="hold">
                            <p:stCondLst>
                              <p:cond delay="500"/>
                            </p:stCondLst>
                            <p:childTnLst>
                              <p:par>
                                <p:cTn id="37" presetID="10" presetClass="entr" presetSubtype="0" fill="hold" grpId="0" nodeType="afterEffect">
                                  <p:stCondLst>
                                    <p:cond delay="0"/>
                                  </p:stCondLst>
                                  <p:childTnLst>
                                    <p:set>
                                      <p:cBhvr>
                                        <p:cTn id="38" dur="1" fill="hold">
                                          <p:stCondLst>
                                            <p:cond delay="0"/>
                                          </p:stCondLst>
                                        </p:cTn>
                                        <p:tgtEl>
                                          <p:spTgt spid="6">
                                            <p:txEl>
                                              <p:pRg st="3" end="3"/>
                                            </p:txEl>
                                          </p:spTgt>
                                        </p:tgtEl>
                                        <p:attrNameLst>
                                          <p:attrName>style.visibility</p:attrName>
                                        </p:attrNameLst>
                                      </p:cBhvr>
                                      <p:to>
                                        <p:strVal val="visible"/>
                                      </p:to>
                                    </p:set>
                                    <p:animEffect transition="in" filter="fade">
                                      <p:cBhvr>
                                        <p:cTn id="39" dur="500"/>
                                        <p:tgtEl>
                                          <p:spTgt spid="6">
                                            <p:txEl>
                                              <p:pRg st="3" end="3"/>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8">
                                            <p:txEl>
                                              <p:pRg st="2" end="2"/>
                                            </p:txEl>
                                          </p:spTgt>
                                        </p:tgtEl>
                                        <p:attrNameLst>
                                          <p:attrName>style.visibility</p:attrName>
                                        </p:attrNameLst>
                                      </p:cBhvr>
                                      <p:to>
                                        <p:strVal val="visible"/>
                                      </p:to>
                                    </p:set>
                                    <p:animEffect transition="in" filter="fade">
                                      <p:cBhvr>
                                        <p:cTn id="44" dur="500"/>
                                        <p:tgtEl>
                                          <p:spTgt spid="8">
                                            <p:txEl>
                                              <p:pRg st="2" end="2"/>
                                            </p:txEl>
                                          </p:spTgt>
                                        </p:tgtEl>
                                      </p:cBhvr>
                                    </p:animEffect>
                                  </p:childTnLst>
                                </p:cTn>
                              </p:par>
                            </p:childTnLst>
                          </p:cTn>
                        </p:par>
                        <p:par>
                          <p:cTn id="45" fill="hold">
                            <p:stCondLst>
                              <p:cond delay="500"/>
                            </p:stCondLst>
                            <p:childTnLst>
                              <p:par>
                                <p:cTn id="46" presetID="10" presetClass="entr" presetSubtype="0" fill="hold" grpId="0" nodeType="afterEffect">
                                  <p:stCondLst>
                                    <p:cond delay="0"/>
                                  </p:stCondLst>
                                  <p:childTnLst>
                                    <p:set>
                                      <p:cBhvr>
                                        <p:cTn id="47" dur="1" fill="hold">
                                          <p:stCondLst>
                                            <p:cond delay="0"/>
                                          </p:stCondLst>
                                        </p:cTn>
                                        <p:tgtEl>
                                          <p:spTgt spid="8">
                                            <p:txEl>
                                              <p:pRg st="3" end="3"/>
                                            </p:txEl>
                                          </p:spTgt>
                                        </p:tgtEl>
                                        <p:attrNameLst>
                                          <p:attrName>style.visibility</p:attrName>
                                        </p:attrNameLst>
                                      </p:cBhvr>
                                      <p:to>
                                        <p:strVal val="visible"/>
                                      </p:to>
                                    </p:set>
                                    <p:animEffect transition="in" filter="fade">
                                      <p:cBhvr>
                                        <p:cTn id="48" dur="500"/>
                                        <p:tgtEl>
                                          <p:spTgt spid="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5" grpId="1" build="p"/>
      <p:bldP spid="6" grpId="0" uiExpand="1" build="p"/>
      <p:bldP spid="6" grpId="1" build="p"/>
      <p:bldP spid="7" grpId="0" build="p"/>
      <p:bldP spid="7" grpId="1" build="p"/>
      <p:bldP spid="8" grpId="0" uiExpand="1" build="p"/>
      <p:bldP spid="8" grpI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a:t>总结</a:t>
            </a:r>
          </a:p>
        </p:txBody>
      </p:sp>
      <p:sp>
        <p:nvSpPr>
          <p:cNvPr id="3" name="内容占位符 2"/>
          <p:cNvSpPr>
            <a:spLocks noGrp="1"/>
          </p:cNvSpPr>
          <p:nvPr>
            <p:ph idx="1"/>
          </p:nvPr>
        </p:nvSpPr>
        <p:spPr>
          <a:xfrm>
            <a:off x="762000" y="1825625"/>
            <a:ext cx="10509250" cy="4351655"/>
          </a:xfrm>
        </p:spPr>
        <p:txBody>
          <a:bodyPr>
            <a:normAutofit fontScale="90000" lnSpcReduction="10000"/>
          </a:bodyPr>
          <a:lstStyle/>
          <a:p>
            <a:r>
              <a:rPr lang="zh-CN" altLang="en-US" sz="2800" dirty="0">
                <a:solidFill>
                  <a:schemeClr val="bg1"/>
                </a:solidFill>
              </a:rPr>
              <a:t>模型的训练就是通过不断</a:t>
            </a:r>
            <a:r>
              <a:rPr lang="zh-CN" altLang="en-US" sz="2800" b="1" dirty="0">
                <a:solidFill>
                  <a:srgbClr val="00E5FF"/>
                </a:solidFill>
              </a:rPr>
              <a:t>调整参数</a:t>
            </a:r>
            <a:r>
              <a:rPr lang="zh-CN" altLang="en-US" sz="2800" dirty="0">
                <a:solidFill>
                  <a:schemeClr val="bg1"/>
                </a:solidFill>
              </a:rPr>
              <a:t>，使得在训练数据上的预测结果尽可能接近理想的预期结果</a:t>
            </a:r>
          </a:p>
          <a:p>
            <a:r>
              <a:rPr lang="zh-CN" altLang="en-US" sz="2800" dirty="0">
                <a:solidFill>
                  <a:schemeClr val="bg1"/>
                </a:solidFill>
              </a:rPr>
              <a:t>大模型的训练分为</a:t>
            </a:r>
            <a:r>
              <a:rPr lang="zh-CN" altLang="en-US" sz="2800" b="1" dirty="0">
                <a:solidFill>
                  <a:srgbClr val="00E5FF"/>
                </a:solidFill>
              </a:rPr>
              <a:t>预训练</a:t>
            </a:r>
            <a:r>
              <a:rPr lang="zh-CN" altLang="en-US" sz="2800" dirty="0">
                <a:solidFill>
                  <a:schemeClr val="bg1"/>
                </a:solidFill>
              </a:rPr>
              <a:t>、</a:t>
            </a:r>
            <a:r>
              <a:rPr lang="zh-CN" altLang="en-US" sz="2800" b="1" dirty="0">
                <a:solidFill>
                  <a:srgbClr val="00E5FF"/>
                </a:solidFill>
              </a:rPr>
              <a:t>后训练</a:t>
            </a:r>
            <a:r>
              <a:rPr lang="zh-CN" altLang="en-US" sz="2800" dirty="0">
                <a:solidFill>
                  <a:schemeClr val="bg1"/>
                </a:solidFill>
              </a:rPr>
              <a:t>和</a:t>
            </a:r>
            <a:r>
              <a:rPr lang="zh-CN" altLang="en-US" sz="2800" b="1" dirty="0">
                <a:solidFill>
                  <a:srgbClr val="00E5FF"/>
                </a:solidFill>
              </a:rPr>
              <a:t>强化训练</a:t>
            </a:r>
            <a:r>
              <a:rPr lang="zh-CN" altLang="en-US" sz="2800" dirty="0">
                <a:solidFill>
                  <a:schemeClr val="bg1"/>
                </a:solidFill>
              </a:rPr>
              <a:t>三个阶段</a:t>
            </a:r>
          </a:p>
          <a:p>
            <a:r>
              <a:rPr lang="en-US" altLang="zh-CN" sz="2800">
                <a:sym typeface="+mn-ea"/>
              </a:rPr>
              <a:t>除了</a:t>
            </a:r>
            <a:r>
              <a:rPr lang="en-US" altLang="zh-CN" sz="2800" b="1">
                <a:solidFill>
                  <a:srgbClr val="00E5FA"/>
                </a:solidFill>
                <a:sym typeface="+mn-ea"/>
              </a:rPr>
              <a:t>模型规模和结构</a:t>
            </a:r>
            <a:r>
              <a:rPr lang="en-US" altLang="zh-CN" sz="2800">
                <a:sym typeface="+mn-ea"/>
              </a:rPr>
              <a:t>，</a:t>
            </a:r>
            <a:r>
              <a:rPr lang="en-US" altLang="zh-CN" sz="2800" b="1">
                <a:solidFill>
                  <a:srgbClr val="00E5FA"/>
                </a:solidFill>
                <a:sym typeface="+mn-ea"/>
              </a:rPr>
              <a:t>数据质量</a:t>
            </a:r>
            <a:r>
              <a:rPr lang="en-US" altLang="zh-CN" sz="2800">
                <a:sym typeface="+mn-ea"/>
              </a:rPr>
              <a:t>和</a:t>
            </a:r>
            <a:r>
              <a:rPr lang="en-US" altLang="zh-CN" sz="2800" b="1">
                <a:solidFill>
                  <a:srgbClr val="00E5FA"/>
                </a:solidFill>
                <a:sym typeface="+mn-ea"/>
              </a:rPr>
              <a:t>对齐目标</a:t>
            </a:r>
            <a:r>
              <a:rPr lang="en-US" altLang="zh-CN" sz="2800">
                <a:sym typeface="+mn-ea"/>
              </a:rPr>
              <a:t>都会影响模型能力和对外的表现</a:t>
            </a:r>
            <a:endParaRPr lang="en-US" altLang="zh-CN" sz="2800"/>
          </a:p>
          <a:p>
            <a:r>
              <a:rPr lang="zh-CN" altLang="en-US" sz="2800" dirty="0">
                <a:solidFill>
                  <a:schemeClr val="bg1"/>
                </a:solidFill>
              </a:rPr>
              <a:t>下一节课：</a:t>
            </a:r>
          </a:p>
          <a:p>
            <a:pPr lvl="1"/>
            <a:r>
              <a:rPr lang="zh-CN" altLang="en-US" sz="2520" dirty="0">
                <a:solidFill>
                  <a:schemeClr val="bg1"/>
                </a:solidFill>
              </a:rPr>
              <a:t>如何更好地驾驭</a:t>
            </a:r>
            <a:r>
              <a:rPr lang="en-US" altLang="zh-CN" sz="2520" dirty="0">
                <a:solidFill>
                  <a:schemeClr val="bg1"/>
                </a:solidFill>
              </a:rPr>
              <a:t> AI </a:t>
            </a:r>
            <a:r>
              <a:rPr lang="zh-CN" altLang="en-US" sz="2520" dirty="0">
                <a:solidFill>
                  <a:schemeClr val="bg1"/>
                </a:solidFill>
              </a:rPr>
              <a:t>？</a:t>
            </a:r>
          </a:p>
          <a:p>
            <a:pPr lvl="1"/>
            <a:endParaRPr lang="zh-CN" altLang="en-US" sz="2400" dirty="0">
              <a:solidFill>
                <a:schemeClr val="bg1"/>
              </a:solidFill>
            </a:endParaRPr>
          </a:p>
        </p:txBody>
      </p:sp>
      <p:sp>
        <p:nvSpPr>
          <p:cNvPr id="4" name="灯片编号占位符 3"/>
          <p:cNvSpPr>
            <a:spLocks noGrp="1"/>
          </p:cNvSpPr>
          <p:nvPr>
            <p:ph type="sldNum" sz="quarter" idx="12"/>
          </p:nvPr>
        </p:nvSpPr>
        <p:spPr/>
        <p:txBody>
          <a:bodyPr/>
          <a:lstStyle/>
          <a:p>
            <a:fld id="{49AE70B2-8BF9-45C0-BB95-33D1B9D3A854}" type="slidenum">
              <a:rPr lang="zh-CN" altLang="en-US" smtClean="0"/>
              <a:t>16</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par>
                          <p:cTn id="23" fill="hold">
                            <p:stCondLst>
                              <p:cond delay="500"/>
                            </p:stCondLst>
                            <p:childTnLst>
                              <p:par>
                                <p:cTn id="24" presetID="10" presetClass="entr" presetSubtype="0" fill="hold" grpId="0" nodeType="afterEffect">
                                  <p:stCondLst>
                                    <p:cond delay="0"/>
                                  </p:stCondLst>
                                  <p:childTnLst>
                                    <p:set>
                                      <p:cBhvr>
                                        <p:cTn id="25" dur="1" fill="hold">
                                          <p:stCondLst>
                                            <p:cond delay="0"/>
                                          </p:stCondLst>
                                        </p:cTn>
                                        <p:tgtEl>
                                          <p:spTgt spid="3">
                                            <p:txEl>
                                              <p:pRg st="4" end="4"/>
                                            </p:txEl>
                                          </p:spTgt>
                                        </p:tgtEl>
                                        <p:attrNameLst>
                                          <p:attrName>style.visibility</p:attrName>
                                        </p:attrNameLst>
                                      </p:cBhvr>
                                      <p:to>
                                        <p:strVal val="visible"/>
                                      </p:to>
                                    </p:set>
                                    <p:animEffect transition="in" filter="fade">
                                      <p:cBhvr>
                                        <p:cTn id="26"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3" grpId="1" build="p"/>
    </p:bldLst>
  </p:timing>
</p:sld>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Office">
      <a:majorFont>
        <a:latin typeface="宋体"/>
        <a:ea typeface=""/>
        <a:cs typeface=""/>
        <a:font script="Jpan" typeface="游ゴシック Light"/>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宋体"/>
        <a:ea typeface=""/>
        <a:cs typeface=""/>
        <a:font script="Jpan" typeface="游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46</TotalTime>
  <Words>2299</Words>
  <Application>Microsoft Office PowerPoint</Application>
  <PresentationFormat>宽屏</PresentationFormat>
  <Paragraphs>245</Paragraphs>
  <Slides>16</Slides>
  <Notes>13</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16</vt:i4>
      </vt:variant>
    </vt:vector>
  </HeadingPairs>
  <TitlesOfParts>
    <vt:vector size="25" baseType="lpstr">
      <vt:lpstr>Noto Sans CJK SC</vt:lpstr>
      <vt:lpstr>Noto Sans SC</vt:lpstr>
      <vt:lpstr>宋体</vt:lpstr>
      <vt:lpstr>Arial</vt:lpstr>
      <vt:lpstr>Calibri</vt:lpstr>
      <vt:lpstr>Calibri Light</vt:lpstr>
      <vt:lpstr>Cambria Math</vt:lpstr>
      <vt:lpstr>DejaVu Math TeX Gyre</vt:lpstr>
      <vt:lpstr>WPS</vt:lpstr>
      <vt:lpstr>第五课 不同 AI 为什么表现不同</vt:lpstr>
      <vt:lpstr>回顾</vt:lpstr>
      <vt:lpstr>PowerPoint 演示文稿</vt:lpstr>
      <vt:lpstr>课程路线图</vt:lpstr>
      <vt:lpstr>模型的能力差异</vt:lpstr>
      <vt:lpstr>模型的训练过程</vt:lpstr>
      <vt:lpstr>模型的训练过程</vt:lpstr>
      <vt:lpstr>三个训练阶段</vt:lpstr>
      <vt:lpstr>训练文本</vt:lpstr>
      <vt:lpstr>推理过程</vt:lpstr>
      <vt:lpstr>多轮推理 —— 示例</vt:lpstr>
      <vt:lpstr>影响训练的因素</vt:lpstr>
      <vt:lpstr>产品差异也是重要因素</vt:lpstr>
      <vt:lpstr>模型微调（Fine-tuning）</vt:lpstr>
      <vt:lpstr>模型微调 vs 检索增强生成</vt:lpstr>
      <vt:lpstr>总结</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Trams Wang</cp:lastModifiedBy>
  <cp:revision>628</cp:revision>
  <dcterms:created xsi:type="dcterms:W3CDTF">2026-09-17T00:16:33Z</dcterms:created>
  <dcterms:modified xsi:type="dcterms:W3CDTF">2026-09-17T03:54:30Z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2052-12.1.2.28080</vt:lpwstr>
  </property>
  <property fmtid="{D5CDD505-2E9C-101B-9397-08002B2CF9AE}" pid="3" name="ICV">
    <vt:lpwstr>AF1A490D30A00710C6B26D6AE3DED764_43</vt:lpwstr>
  </property>
</Properties>
</file>