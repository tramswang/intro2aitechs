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9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8FF"/>
    <a:srgbClr val="00E2FF"/>
    <a:srgbClr val="00E5FA"/>
    <a:srgbClr val="00E5FF"/>
    <a:srgbClr val="121212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5"/>
          <p:cNvSpPr/>
          <p:nvPr userDrawn="1"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 userDrawn="1"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4"/>
          <p:cNvSpPr/>
          <p:nvPr userDrawn="1"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6"/>
          <p:cNvSpPr/>
          <p:nvPr userDrawn="1"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7"/>
          <p:cNvSpPr/>
          <p:nvPr userDrawn="1"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0"/>
          <p:cNvSpPr/>
          <p:nvPr userDrawn="1"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2"/>
          <p:cNvCxnSpPr/>
          <p:nvPr userDrawn="1"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000" y="1433195"/>
            <a:ext cx="10668000" cy="2325370"/>
          </a:xfrm>
        </p:spPr>
        <p:txBody>
          <a:bodyPr anchor="b">
            <a:normAutofit/>
          </a:bodyPr>
          <a:lstStyle>
            <a:lvl1pPr marL="0" marR="0" lvl="0" algn="ctr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62000" y="4012565"/>
            <a:ext cx="10668000" cy="17538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3" hasCustomPrompt="1"/>
          </p:nvPr>
        </p:nvSpPr>
        <p:spPr>
          <a:xfrm>
            <a:off x="757555" y="5588000"/>
            <a:ext cx="4831080" cy="431800"/>
          </a:xfrm>
        </p:spPr>
        <p:txBody>
          <a:bodyPr/>
          <a:lstStyle>
            <a:lvl1pPr indent="0">
              <a:buNone/>
              <a:defRPr sz="2000"/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pc="300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【授课人】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6604000" y="5588000"/>
            <a:ext cx="4830445" cy="431800"/>
          </a:xfrm>
        </p:spPr>
        <p:txBody>
          <a:bodyPr/>
          <a:lstStyle>
            <a:lvl1pPr marL="0" indent="0" algn="r">
              <a:buNone/>
              <a:defRPr kumimoji="0" lang="zh-CN" altLang="en-US" sz="2000" b="0" i="0" u="none" strike="noStrike" kern="1200" cap="none" spc="300" normalizeH="0" baseline="0" noProof="1">
                <a:solidFill>
                  <a:srgbClr val="BEBEBE"/>
                </a:solidFill>
                <a:latin typeface="Noto Sans SC"/>
                <a:ea typeface="SimSun" charset="0"/>
                <a:cs typeface="Noto Sans SC"/>
                <a:sym typeface="Noto Sans SC"/>
              </a:defRPr>
            </a:lvl1pPr>
            <a:lvl5pPr algn="ctr">
              <a:defRPr/>
            </a:lvl5pPr>
          </a:lstStyle>
          <a:p>
            <a:pPr lvl="0"/>
            <a:r>
              <a:rPr lang="zh-CN" altLang="en-US" smtClean="0"/>
              <a:t>【日期】</a:t>
            </a:r>
            <a:endParaRPr lang="zh-CN" altLang="en-US" smtClean="0"/>
          </a:p>
          <a:p>
            <a:pPr lvl="0"/>
            <a:endParaRPr lang="zh-CN" altLang="en-US" smtClean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401300" cy="43516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3298825"/>
            <a:ext cx="10401300" cy="28784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 userDrawn="1"/>
        </p:nvSpPr>
        <p:spPr>
          <a:xfrm>
            <a:off x="762000" y="1676400"/>
            <a:ext cx="10401300" cy="1422400"/>
          </a:xfrm>
          <a:prstGeom prst="snip2DiagRect">
            <a:avLst/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762000" y="1678305"/>
            <a:ext cx="10401300" cy="1421130"/>
          </a:xfrm>
        </p:spPr>
        <p:txBody>
          <a:bodyPr anchor="ctr" anchorCtr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zh-CN" altLang="en-US" smtClean="0"/>
              <a:t>插入定义文本</a:t>
            </a:r>
            <a:endParaRPr lang="zh-CN" altLang="en-US" smtClean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 userDrawn="1"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3"/>
          <p:cNvSpPr/>
          <p:nvPr userDrawn="1"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【思考与讨论】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62000" y="4382135"/>
            <a:ext cx="10401300" cy="7613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2800" b="0" i="0" u="none" strike="noStrike" kern="0" cap="none" spc="300" normalizeH="0" baseline="0" noProof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【提出一个开放性问题,引导学生思考】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/>
          <p:nvPr userDrawn="1"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6"/>
          <p:cNvSpPr/>
          <p:nvPr userDrawn="1"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/>
                <a:ea typeface="Noto Sans SC"/>
                <a:cs typeface="Noto Sans SC"/>
                <a:sym typeface="Noto Sans SC"/>
              </a:rPr>
              <a:t>?</a:t>
            </a:r>
            <a:endParaRPr lang="en-US" sz="1100"/>
          </a:p>
        </p:txBody>
      </p:sp>
      <p:sp>
        <p:nvSpPr>
          <p:cNvPr id="19" name="内容占位符 18"/>
          <p:cNvSpPr>
            <a:spLocks noGrp="1"/>
          </p:cNvSpPr>
          <p:nvPr>
            <p:ph idx="13" hasCustomPrompt="1"/>
          </p:nvPr>
        </p:nvSpPr>
        <p:spPr>
          <a:xfrm>
            <a:off x="762000" y="5398135"/>
            <a:ext cx="10401300" cy="4057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1800" b="0" i="0" u="none" strike="noStrike" kern="0" cap="none" spc="200" normalizeH="0" baseline="0" noProof="1">
                <a:solidFill>
                  <a:srgbClr val="C8C8D2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【提示:可以分组讨论 / 举手回答 / 课后思考】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635" y="1904365"/>
            <a:ext cx="5234940" cy="50863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1200" cap="none" spc="0" normalizeH="0" baseline="0" noProof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635" y="2480310"/>
            <a:ext cx="523494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00E2FF"/>
              </a:buClr>
              <a:defRPr/>
            </a:lvl1pPr>
            <a:lvl2pPr>
              <a:lnSpc>
                <a:spcPct val="150000"/>
              </a:lnSpc>
              <a:buClr>
                <a:srgbClr val="00E2FF"/>
              </a:buClr>
              <a:defRPr/>
            </a:lvl2pPr>
            <a:lvl3pPr>
              <a:lnSpc>
                <a:spcPct val="150000"/>
              </a:lnSpc>
              <a:buClr>
                <a:srgbClr val="00E2FF"/>
              </a:buClr>
              <a:defRPr/>
            </a:lvl3pPr>
            <a:lvl4pPr>
              <a:lnSpc>
                <a:spcPct val="150000"/>
              </a:lnSpc>
              <a:buClr>
                <a:srgbClr val="00E2FF"/>
              </a:buClr>
              <a:defRPr/>
            </a:lvl4pPr>
            <a:lvl5pPr>
              <a:lnSpc>
                <a:spcPct val="150000"/>
              </a:lnSpc>
              <a:buClr>
                <a:srgbClr val="00E2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604635" y="1903730"/>
            <a:ext cx="5079365" cy="50990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0" cap="none" spc="0" normalizeH="0" baseline="0" noProof="1">
                <a:solidFill>
                  <a:srgbClr val="B388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04635" y="2480310"/>
            <a:ext cx="507873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B388FF"/>
              </a:buClr>
              <a:defRPr/>
            </a:lvl1pPr>
            <a:lvl2pPr>
              <a:lnSpc>
                <a:spcPct val="150000"/>
              </a:lnSpc>
              <a:buClr>
                <a:srgbClr val="B388FF"/>
              </a:buClr>
              <a:defRPr/>
            </a:lvl2pPr>
            <a:lvl3pPr>
              <a:lnSpc>
                <a:spcPct val="150000"/>
              </a:lnSpc>
              <a:buClr>
                <a:srgbClr val="B388FF"/>
              </a:buClr>
              <a:defRPr/>
            </a:lvl3pPr>
            <a:lvl4pPr>
              <a:lnSpc>
                <a:spcPct val="150000"/>
              </a:lnSpc>
              <a:buClr>
                <a:srgbClr val="B388FF"/>
              </a:buClr>
              <a:defRPr/>
            </a:lvl4pPr>
            <a:lvl5pPr>
              <a:lnSpc>
                <a:spcPct val="150000"/>
              </a:lnSpc>
              <a:buClr>
                <a:srgbClr val="B388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1"/>
          <p:cNvSpPr/>
          <p:nvPr userDrawn="1"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2"/>
          <p:cNvSpPr/>
          <p:nvPr userDrawn="1"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 userDrawn="1"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 userDrawn="1"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Connector 6"/>
          <p:cNvCxnSpPr/>
          <p:nvPr userDrawn="1"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-264795" y="3399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35" y="1651635"/>
            <a:ext cx="5967730" cy="2440305"/>
          </a:xfrm>
        </p:spPr>
        <p:txBody>
          <a:bodyPr anchor="b" anchorCtr="0"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AutoShape 2"/>
          <p:cNvSpPr/>
          <p:nvPr userDrawn="1"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3"/>
          <p:cNvSpPr/>
          <p:nvPr userDrawn="1"/>
        </p:nvSpPr>
        <p:spPr>
          <a:xfrm>
            <a:off x="5588000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4"/>
          <p:cNvSpPr/>
          <p:nvPr userDrawn="1"/>
        </p:nvSpPr>
        <p:spPr>
          <a:xfrm>
            <a:off x="889000" y="19050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6000" b="1" i="0" u="none" strike="noStrike" spc="600">
                <a:solidFill>
                  <a:schemeClr val="bg1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6000" b="1" i="0" u="none" strike="noStrike" spc="600">
              <a:solidFill>
                <a:schemeClr val="bg1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AutoShape 6"/>
          <p:cNvSpPr/>
          <p:nvPr userDrawn="1"/>
        </p:nvSpPr>
        <p:spPr>
          <a:xfrm>
            <a:off x="6350000" y="3784600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7"/>
          <p:cNvSpPr/>
          <p:nvPr userDrawn="1"/>
        </p:nvSpPr>
        <p:spPr>
          <a:xfrm>
            <a:off x="6350000" y="4064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【章节副标题 / 引言】</a:t>
            </a:r>
            <a:endParaRPr lang="en-US" sz="110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 userDrawn="1"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/>
          <p:nvPr userDrawn="1"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AutoShape 4"/>
          <p:cNvSpPr/>
          <p:nvPr userDrawn="1"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</a:t>
            </a:r>
            <a:endParaRPr lang="en-US" sz="1100"/>
          </a:p>
        </p:txBody>
      </p:sp>
      <p:sp>
        <p:nvSpPr>
          <p:cNvPr id="9" name="AutoShape 5"/>
          <p:cNvSpPr/>
          <p:nvPr userDrawn="1"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【Q &amp; A / 提问交流环节】</a:t>
            </a:r>
            <a:endParaRPr lang="en-US" sz="1100"/>
          </a:p>
        </p:txBody>
      </p:sp>
      <p:cxnSp>
        <p:nvCxnSpPr>
          <p:cNvPr id="10" name="Connector 6"/>
          <p:cNvCxnSpPr/>
          <p:nvPr userDrawn="1"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cxnSp>
        <p:nvCxnSpPr>
          <p:cNvPr id="13" name="Connector 9"/>
          <p:cNvCxnSpPr/>
          <p:nvPr userDrawn="1"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cxnSp>
        <p:nvCxnSpPr>
          <p:cNvPr id="16" name="Connector 12"/>
          <p:cNvCxnSpPr/>
          <p:nvPr userDrawn="1"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2693035" y="4952365"/>
            <a:ext cx="203073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>
                <a:sym typeface="Noto Sans SC"/>
              </a:rPr>
              <a:t>contact@xxx.com</a:t>
            </a:r>
            <a:endParaRPr lang="en-US" altLang="zh-CN" smtClean="0"/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5740400" y="4953000"/>
            <a:ext cx="2032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 smtClean="0"/>
              <a:t>公众号：</a:t>
            </a:r>
            <a:r>
              <a:rPr altLang="zh-CN" smtClean="0"/>
              <a:t>XXX</a:t>
            </a:r>
            <a:endParaRPr altLang="zh-CN" smtClean="0"/>
          </a:p>
        </p:txBody>
      </p:sp>
      <p:sp>
        <p:nvSpPr>
          <p:cNvPr id="23" name="内容占位符 22"/>
          <p:cNvSpPr>
            <a:spLocks noGrp="1"/>
          </p:cNvSpPr>
          <p:nvPr>
            <p:ph idx="15" hasCustomPrompt="1"/>
          </p:nvPr>
        </p:nvSpPr>
        <p:spPr>
          <a:xfrm>
            <a:off x="8724900" y="4953000"/>
            <a:ext cx="2159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SimSun" charset="0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 smtClean="0"/>
              <a:t>公众号：</a:t>
            </a:r>
            <a:r>
              <a:rPr altLang="zh-CN" smtClean="0"/>
              <a:t>XXX</a:t>
            </a:r>
            <a:r>
              <a:rPr lang="zh-CN" altLang="en-US" smtClean="0"/>
              <a:t>事实</a:t>
            </a:r>
            <a:endParaRPr lang="zh-CN" altLang="en-US" smtClean="0"/>
          </a:p>
        </p:txBody>
      </p:sp>
      <p:sp>
        <p:nvSpPr>
          <p:cNvPr id="25" name="内容占位符 24"/>
          <p:cNvSpPr>
            <a:spLocks noGrp="1"/>
          </p:cNvSpPr>
          <p:nvPr>
            <p:ph idx="16" hasCustomPrompt="1"/>
          </p:nvPr>
        </p:nvSpPr>
        <p:spPr>
          <a:xfrm>
            <a:off x="3215958" y="6121400"/>
            <a:ext cx="5760085" cy="329565"/>
          </a:xfrm>
        </p:spPr>
        <p:txBody>
          <a:bodyPr anchor="ctr" anchorCtr="0"/>
          <a:lstStyle>
            <a:lvl1pPr marL="0" indent="0" algn="ctr">
              <a:buNone/>
              <a:defRPr kumimoji="0" lang="en-US" sz="1400" b="0" i="0" u="none" strike="noStrike" kern="1200" cap="none" spc="400" normalizeH="0" baseline="0" noProof="1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>
                <a:sym typeface="Noto Sans SC"/>
              </a:rPr>
              <a:t>【课程名称 / 机构名】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9" baseType="lpstr">
      <vt:lpstr>Arial</vt:lpstr>
      <vt:lpstr>SimSun</vt:lpstr>
      <vt:lpstr>Wingdings</vt:lpstr>
      <vt:lpstr>DejaVu Sans</vt:lpstr>
      <vt:lpstr>Arial</vt:lpstr>
      <vt:lpstr>Noto Sans SC</vt:lpstr>
      <vt:lpstr>C059</vt:lpstr>
      <vt:lpstr>SimSun</vt:lpstr>
      <vt:lpstr>Poppins</vt:lpstr>
      <vt:lpstr>Calibri</vt:lpstr>
      <vt:lpstr>Calibri Light</vt:lpstr>
      <vt:lpstr>Noto Serif CJK SC</vt:lpstr>
      <vt:lpstr>Microsoft YaHei</vt:lpstr>
      <vt:lpstr>Droid Sans Fallback</vt:lpstr>
      <vt:lpstr>Arial Unicode MS</vt:lpstr>
      <vt:lpstr>SimSun</vt:lpstr>
      <vt:lpstr>OpenSymbol</vt:lpstr>
      <vt:lpstr>文鼎ＰＬ简中楷</vt:lpstr>
      <vt:lpstr>汉仪中圆B5</vt:lpstr>
      <vt:lpstr>汉仪叶叶相思体简</vt:lpstr>
      <vt:lpstr>Arimo</vt:lpstr>
      <vt:lpstr>AR PL KaitiM Big5</vt:lpstr>
      <vt:lpstr>AR PL UKai TW</vt:lpstr>
      <vt:lpstr>AR PL UMing CN</vt:lpstr>
      <vt:lpstr>Baekmuk Headline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ruoyu</cp:lastModifiedBy>
  <cp:revision>44</cp:revision>
  <dcterms:created xsi:type="dcterms:W3CDTF">2026-08-01T14:29:53Z</dcterms:created>
  <dcterms:modified xsi:type="dcterms:W3CDTF">2026-08-01T14:29:53Z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2052-12.1.2.26885</vt:lpwstr>
  </property>
  <property fmtid="{D5CDD505-2E9C-101B-9397-08002B2CF9AE}" pid="3" name="ICV">
    <vt:lpwstr>FCD149A3E7150DBD6FA56D6A419A280D_41</vt:lpwstr>
  </property>
</Properties>
</file>